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4"/>
  </p:sldMasterIdLst>
  <p:notesMasterIdLst>
    <p:notesMasterId r:id="rId15"/>
  </p:notesMasterIdLst>
  <p:sldIdLst>
    <p:sldId id="271" r:id="rId5"/>
    <p:sldId id="556" r:id="rId6"/>
    <p:sldId id="559" r:id="rId7"/>
    <p:sldId id="550" r:id="rId8"/>
    <p:sldId id="557" r:id="rId9"/>
    <p:sldId id="552" r:id="rId10"/>
    <p:sldId id="553" r:id="rId11"/>
    <p:sldId id="554" r:id="rId12"/>
    <p:sldId id="555" r:id="rId13"/>
    <p:sldId id="3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s" id="{E3FAE039-6225-5840-B7A9-F1DF0BC9FD2A}">
          <p14:sldIdLst>
            <p14:sldId id="271"/>
            <p14:sldId id="556"/>
            <p14:sldId id="559"/>
            <p14:sldId id="550"/>
            <p14:sldId id="557"/>
            <p14:sldId id="552"/>
            <p14:sldId id="553"/>
            <p14:sldId id="554"/>
            <p14:sldId id="555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4E5"/>
    <a:srgbClr val="3DAECE"/>
    <a:srgbClr val="44CDB9"/>
    <a:srgbClr val="022C3C"/>
    <a:srgbClr val="42C6BF"/>
    <a:srgbClr val="3484DE"/>
    <a:srgbClr val="49E0A9"/>
    <a:srgbClr val="2954E7"/>
    <a:srgbClr val="F5F5F5"/>
    <a:srgbClr val="3D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52C90-DE38-CD48-B0FD-75375CEE2963}" v="299" dt="2026-04-14T06:12:48.115"/>
  </p1510:revLst>
</p1510:revInfo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660"/>
  </p:normalViewPr>
  <p:slideViewPr>
    <p:cSldViewPr snapToGrid="0">
      <p:cViewPr varScale="1">
        <p:scale>
          <a:sx n="200" d="100"/>
          <a:sy n="200" d="100"/>
        </p:scale>
        <p:origin x="22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Johnson" userId="8c405d70-7061-42d4-aed1-0cb0c162773b" providerId="ADAL" clId="{01A7781B-AF4F-50C3-940B-AA39A08FFC01}"/>
    <pc:docChg chg="undo custSel addSld delSld modSld modSection">
      <pc:chgData name="Ian Johnson" userId="8c405d70-7061-42d4-aed1-0cb0c162773b" providerId="ADAL" clId="{01A7781B-AF4F-50C3-940B-AA39A08FFC01}" dt="2026-04-15T07:03:18.844" v="1455" actId="20577"/>
      <pc:docMkLst>
        <pc:docMk/>
      </pc:docMkLst>
      <pc:sldChg chg="modSp mod">
        <pc:chgData name="Ian Johnson" userId="8c405d70-7061-42d4-aed1-0cb0c162773b" providerId="ADAL" clId="{01A7781B-AF4F-50C3-940B-AA39A08FFC01}" dt="2026-04-15T06:59:52.225" v="1065" actId="404"/>
        <pc:sldMkLst>
          <pc:docMk/>
          <pc:sldMk cId="2659976369" sldId="550"/>
        </pc:sldMkLst>
        <pc:graphicFrameChg chg="mod modGraphic">
          <ac:chgData name="Ian Johnson" userId="8c405d70-7061-42d4-aed1-0cb0c162773b" providerId="ADAL" clId="{01A7781B-AF4F-50C3-940B-AA39A08FFC01}" dt="2026-04-15T06:59:52.225" v="1065" actId="404"/>
          <ac:graphicFrameMkLst>
            <pc:docMk/>
            <pc:sldMk cId="2659976369" sldId="550"/>
            <ac:graphicFrameMk id="6" creationId="{A270CD1F-EA65-8E63-C996-BA61C73DF5D7}"/>
          </ac:graphicFrameMkLst>
        </pc:graphicFrameChg>
      </pc:sldChg>
      <pc:sldChg chg="modSp mod">
        <pc:chgData name="Ian Johnson" userId="8c405d70-7061-42d4-aed1-0cb0c162773b" providerId="ADAL" clId="{01A7781B-AF4F-50C3-940B-AA39A08FFC01}" dt="2026-04-15T07:01:23.775" v="1195" actId="20577"/>
        <pc:sldMkLst>
          <pc:docMk/>
          <pc:sldMk cId="583866629" sldId="552"/>
        </pc:sldMkLst>
        <pc:graphicFrameChg chg="mod modGraphic">
          <ac:chgData name="Ian Johnson" userId="8c405d70-7061-42d4-aed1-0cb0c162773b" providerId="ADAL" clId="{01A7781B-AF4F-50C3-940B-AA39A08FFC01}" dt="2026-04-15T07:01:23.775" v="1195" actId="20577"/>
          <ac:graphicFrameMkLst>
            <pc:docMk/>
            <pc:sldMk cId="583866629" sldId="552"/>
            <ac:graphicFrameMk id="6" creationId="{29BD7A9D-F00E-A88D-D705-0721A69BC000}"/>
          </ac:graphicFrameMkLst>
        </pc:graphicFrameChg>
      </pc:sldChg>
      <pc:sldChg chg="modSp mod">
        <pc:chgData name="Ian Johnson" userId="8c405d70-7061-42d4-aed1-0cb0c162773b" providerId="ADAL" clId="{01A7781B-AF4F-50C3-940B-AA39A08FFC01}" dt="2026-04-15T07:02:13.064" v="1315" actId="20577"/>
        <pc:sldMkLst>
          <pc:docMk/>
          <pc:sldMk cId="2954307427" sldId="553"/>
        </pc:sldMkLst>
        <pc:graphicFrameChg chg="mod modGraphic">
          <ac:chgData name="Ian Johnson" userId="8c405d70-7061-42d4-aed1-0cb0c162773b" providerId="ADAL" clId="{01A7781B-AF4F-50C3-940B-AA39A08FFC01}" dt="2026-04-15T07:02:13.064" v="1315" actId="20577"/>
          <ac:graphicFrameMkLst>
            <pc:docMk/>
            <pc:sldMk cId="2954307427" sldId="553"/>
            <ac:graphicFrameMk id="6" creationId="{9BC09C53-A548-533D-111A-EBA4501DC256}"/>
          </ac:graphicFrameMkLst>
        </pc:graphicFrameChg>
      </pc:sldChg>
      <pc:sldChg chg="modSp mod">
        <pc:chgData name="Ian Johnson" userId="8c405d70-7061-42d4-aed1-0cb0c162773b" providerId="ADAL" clId="{01A7781B-AF4F-50C3-940B-AA39A08FFC01}" dt="2026-04-15T07:02:52.233" v="1406" actId="20577"/>
        <pc:sldMkLst>
          <pc:docMk/>
          <pc:sldMk cId="1012196439" sldId="554"/>
        </pc:sldMkLst>
        <pc:graphicFrameChg chg="mod modGraphic">
          <ac:chgData name="Ian Johnson" userId="8c405d70-7061-42d4-aed1-0cb0c162773b" providerId="ADAL" clId="{01A7781B-AF4F-50C3-940B-AA39A08FFC01}" dt="2026-04-15T07:02:52.233" v="1406" actId="20577"/>
          <ac:graphicFrameMkLst>
            <pc:docMk/>
            <pc:sldMk cId="1012196439" sldId="554"/>
            <ac:graphicFrameMk id="6" creationId="{BBD42C15-C445-C3FB-15C4-58827045AD91}"/>
          </ac:graphicFrameMkLst>
        </pc:graphicFrameChg>
      </pc:sldChg>
      <pc:sldChg chg="modSp mod">
        <pc:chgData name="Ian Johnson" userId="8c405d70-7061-42d4-aed1-0cb0c162773b" providerId="ADAL" clId="{01A7781B-AF4F-50C3-940B-AA39A08FFC01}" dt="2026-04-15T07:03:18.844" v="1455" actId="20577"/>
        <pc:sldMkLst>
          <pc:docMk/>
          <pc:sldMk cId="14358393" sldId="555"/>
        </pc:sldMkLst>
        <pc:graphicFrameChg chg="mod modGraphic">
          <ac:chgData name="Ian Johnson" userId="8c405d70-7061-42d4-aed1-0cb0c162773b" providerId="ADAL" clId="{01A7781B-AF4F-50C3-940B-AA39A08FFC01}" dt="2026-04-15T07:03:18.844" v="1455" actId="20577"/>
          <ac:graphicFrameMkLst>
            <pc:docMk/>
            <pc:sldMk cId="14358393" sldId="555"/>
            <ac:graphicFrameMk id="6" creationId="{5B717D2A-6C87-04F0-9D09-2B1E3EF7D71C}"/>
          </ac:graphicFrameMkLst>
        </pc:graphicFrameChg>
      </pc:sldChg>
      <pc:sldChg chg="modSp mod">
        <pc:chgData name="Ian Johnson" userId="8c405d70-7061-42d4-aed1-0cb0c162773b" providerId="ADAL" clId="{01A7781B-AF4F-50C3-940B-AA39A08FFC01}" dt="2026-04-11T07:35:17.063" v="610" actId="20577"/>
        <pc:sldMkLst>
          <pc:docMk/>
          <pc:sldMk cId="1821112422" sldId="556"/>
        </pc:sldMkLst>
        <pc:spChg chg="mod">
          <ac:chgData name="Ian Johnson" userId="8c405d70-7061-42d4-aed1-0cb0c162773b" providerId="ADAL" clId="{01A7781B-AF4F-50C3-940B-AA39A08FFC01}" dt="2026-04-11T07:35:17.063" v="610" actId="20577"/>
          <ac:spMkLst>
            <pc:docMk/>
            <pc:sldMk cId="1821112422" sldId="556"/>
            <ac:spMk id="5" creationId="{E25ACEB5-F243-7BE5-B283-36DDFBDBA82A}"/>
          </ac:spMkLst>
        </pc:spChg>
      </pc:sldChg>
      <pc:sldChg chg="modSp mod">
        <pc:chgData name="Ian Johnson" userId="8c405d70-7061-42d4-aed1-0cb0c162773b" providerId="ADAL" clId="{01A7781B-AF4F-50C3-940B-AA39A08FFC01}" dt="2026-04-15T07:00:37.731" v="1131" actId="20577"/>
        <pc:sldMkLst>
          <pc:docMk/>
          <pc:sldMk cId="2721953874" sldId="557"/>
        </pc:sldMkLst>
        <pc:graphicFrameChg chg="mod modGraphic">
          <ac:chgData name="Ian Johnson" userId="8c405d70-7061-42d4-aed1-0cb0c162773b" providerId="ADAL" clId="{01A7781B-AF4F-50C3-940B-AA39A08FFC01}" dt="2026-04-15T07:00:37.731" v="1131" actId="20577"/>
          <ac:graphicFrameMkLst>
            <pc:docMk/>
            <pc:sldMk cId="2721953874" sldId="557"/>
            <ac:graphicFrameMk id="6" creationId="{CB3AED32-D3AF-5519-A4FD-82ECFB03B169}"/>
          </ac:graphicFrameMkLst>
        </pc:graphicFrameChg>
      </pc:sldChg>
      <pc:sldChg chg="modSp add mod">
        <pc:chgData name="Ian Johnson" userId="8c405d70-7061-42d4-aed1-0cb0c162773b" providerId="ADAL" clId="{01A7781B-AF4F-50C3-940B-AA39A08FFC01}" dt="2026-04-15T06:59:25.952" v="1064" actId="20577"/>
        <pc:sldMkLst>
          <pc:docMk/>
          <pc:sldMk cId="14055763" sldId="559"/>
        </pc:sldMkLst>
        <pc:graphicFrameChg chg="mod modGraphic">
          <ac:chgData name="Ian Johnson" userId="8c405d70-7061-42d4-aed1-0cb0c162773b" providerId="ADAL" clId="{01A7781B-AF4F-50C3-940B-AA39A08FFC01}" dt="2026-04-15T06:59:25.952" v="1064" actId="20577"/>
          <ac:graphicFrameMkLst>
            <pc:docMk/>
            <pc:sldMk cId="14055763" sldId="559"/>
            <ac:graphicFrameMk id="6" creationId="{0E11EF5F-873A-E7BA-F0E5-2EF2801686E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9CEF7-4556-8646-9EB1-DD1F2A329B49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3C073-AC8E-DD4B-8881-6C484F713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2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D5C5-14F2-9745-0109-116DE1AA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37FD0-3988-401E-C867-E9C7C6055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779DB-0634-39C4-B89A-46EC0D870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7A7C9-7DD7-FC33-A467-4848E648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3C073-AC8E-DD4B-8881-6C484F713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37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3C073-AC8E-DD4B-8881-6C484F713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7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3C073-AC8E-DD4B-8881-6C484F713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68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5F7A-4B0D-87AE-B4DD-24758DF7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0E257-8F21-6A18-2679-17F615BAF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7A9E4-F00E-C849-AD97-18B891783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E2EC2-986C-D027-1825-18EDF33DC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3C073-AC8E-DD4B-8881-6C484F713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5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7.jpeg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77E7-E3C8-3BEF-0F72-2F670CCA3B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51470" y="3144306"/>
            <a:ext cx="3842951" cy="5693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Nunito" pitchFamily="2" charset="77"/>
              </a:defRPr>
            </a:lvl1pPr>
          </a:lstStyle>
          <a:p>
            <a:r>
              <a:rPr lang="en-US"/>
              <a:t>Divider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97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B58A1C7-40A7-25F7-125F-4862F10117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51470" y="3144306"/>
            <a:ext cx="3842951" cy="5693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Nunito" pitchFamily="2" charset="77"/>
              </a:defRPr>
            </a:lvl1pPr>
          </a:lstStyle>
          <a:p>
            <a:r>
              <a:rPr lang="en-US"/>
              <a:t>Divider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83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D6C2EE2-CA84-6AA9-8618-1510A4829A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925416" y="3513756"/>
            <a:ext cx="2262596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  <a:lvl2pPr marL="457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FA27382-4A66-CDDA-3C43-44A4DAB7FF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25416" y="4500354"/>
            <a:ext cx="2343876" cy="2785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1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sz="1000" b="1" kern="1200" cap="none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 cap="none" baseline="0">
                <a:solidFill>
                  <a:schemeClr val="bg1"/>
                </a:solidFill>
                <a:latin typeface="+mj-lt"/>
              </a:defRPr>
            </a:lvl2pPr>
            <a:lvl3pPr>
              <a:defRPr sz="1200" b="0" cap="all" baseline="0">
                <a:solidFill>
                  <a:schemeClr val="bg1"/>
                </a:solidFill>
              </a:defRPr>
            </a:lvl3pPr>
            <a:lvl4pPr>
              <a:defRPr sz="1200" b="0" cap="all" baseline="0">
                <a:solidFill>
                  <a:schemeClr val="bg1"/>
                </a:solidFill>
              </a:defRPr>
            </a:lvl4pPr>
            <a:lvl5pPr>
              <a:defRPr sz="1200" b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Author</a:t>
            </a:r>
          </a:p>
          <a:p>
            <a:pPr lvl="1"/>
            <a:r>
              <a:rPr lang="en-US"/>
              <a:t>Date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9261B8-F037-B3F7-4CCD-D5ADAF0FE0C7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25416" y="2642631"/>
            <a:ext cx="3644391" cy="78636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2800" b="1" i="0">
                <a:solidFill>
                  <a:schemeClr val="bg1"/>
                </a:solidFill>
                <a:latin typeface="Nunito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73140A-1AF8-07DC-BFB4-3802632B5D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0558" y="1301798"/>
            <a:ext cx="1554925" cy="110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3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EEDB3-D60F-5A2F-86EA-32C41A76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00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E9B3982B-C636-8B6C-66D9-B13696B28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 i="0">
                <a:solidFill>
                  <a:schemeClr val="bg2"/>
                </a:solidFill>
                <a:latin typeface="Nunito" pitchFamily="2" charset="77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7B2130E-FB2A-6069-EE62-ABEBED03A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775" y="6497708"/>
            <a:ext cx="9108391" cy="36029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800" b="1" i="0">
                <a:solidFill>
                  <a:schemeClr val="bg2"/>
                </a:solidFill>
                <a:latin typeface="Nunito" pitchFamily="2" charset="77"/>
              </a:defRPr>
            </a:lvl1pPr>
          </a:lstStyle>
          <a:p>
            <a:endParaRPr lang="nl-NL"/>
          </a:p>
        </p:txBody>
      </p:sp>
      <p:sp>
        <p:nvSpPr>
          <p:cNvPr id="34" name="subtitle placeholder">
            <a:extLst>
              <a:ext uri="{FF2B5EF4-FFF2-40B4-BE49-F238E27FC236}">
                <a16:creationId xmlns:a16="http://schemas.microsoft.com/office/drawing/2014/main" id="{0018DA31-C638-50B9-F8A7-B97833B4CC26}"/>
              </a:ext>
            </a:extLst>
          </p:cNvPr>
          <p:cNvSpPr>
            <a:spLocks noGrp="1"/>
          </p:cNvSpPr>
          <p:nvPr>
            <p:ph type="subTitle" idx="12"/>
          </p:nvPr>
        </p:nvSpPr>
        <p:spPr>
          <a:xfrm>
            <a:off x="485777" y="953821"/>
            <a:ext cx="11224802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35" name="title placeholder">
            <a:extLst>
              <a:ext uri="{FF2B5EF4-FFF2-40B4-BE49-F238E27FC236}">
                <a16:creationId xmlns:a16="http://schemas.microsoft.com/office/drawing/2014/main" id="{BAC2116D-3EB9-9CF0-04A7-1FEBE0D9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46EDF2F2-4C64-A3A8-99C4-54A9551F24F6}"/>
              </a:ext>
            </a:extLst>
          </p:cNvPr>
          <p:cNvGrpSpPr/>
          <p:nvPr userDrawn="1"/>
        </p:nvGrpSpPr>
        <p:grpSpPr>
          <a:xfrm>
            <a:off x="7845976" y="-1410133"/>
            <a:ext cx="3132613" cy="3314865"/>
            <a:chOff x="2876550" y="19050"/>
            <a:chExt cx="6440805" cy="6815524"/>
          </a:xfr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1"/>
          </a:gradFill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1D623B0-3A3D-AF67-895C-C8F40D3337EC}"/>
                </a:ext>
              </a:extLst>
            </p:cNvPr>
            <p:cNvSpPr/>
            <p:nvPr/>
          </p:nvSpPr>
          <p:spPr>
            <a:xfrm>
              <a:off x="3838956" y="1113848"/>
              <a:ext cx="2134647" cy="2207288"/>
            </a:xfrm>
            <a:custGeom>
              <a:avLst/>
              <a:gdLst>
                <a:gd name="connsiteX0" fmla="*/ 1577816 w 2134647"/>
                <a:gd name="connsiteY0" fmla="*/ 2178754 h 2207288"/>
                <a:gd name="connsiteX1" fmla="*/ 1577816 w 2134647"/>
                <a:gd name="connsiteY1" fmla="*/ 2207289 h 2207288"/>
                <a:gd name="connsiteX2" fmla="*/ 1170337 w 2134647"/>
                <a:gd name="connsiteY2" fmla="*/ 2030276 h 2207288"/>
                <a:gd name="connsiteX3" fmla="*/ 149447 w 2134647"/>
                <a:gd name="connsiteY3" fmla="*/ 935763 h 2207288"/>
                <a:gd name="connsiteX4" fmla="*/ 0 w 2134647"/>
                <a:gd name="connsiteY4" fmla="*/ 556531 h 2207288"/>
                <a:gd name="connsiteX5" fmla="*/ 177165 w 2134647"/>
                <a:gd name="connsiteY5" fmla="*/ 149334 h 2207288"/>
                <a:gd name="connsiteX6" fmla="*/ 556641 w 2134647"/>
                <a:gd name="connsiteY6" fmla="*/ 0 h 2207288"/>
                <a:gd name="connsiteX7" fmla="*/ 964311 w 2134647"/>
                <a:gd name="connsiteY7" fmla="*/ 177013 h 2207288"/>
                <a:gd name="connsiteX8" fmla="*/ 1985200 w 2134647"/>
                <a:gd name="connsiteY8" fmla="*/ 1271526 h 2207288"/>
                <a:gd name="connsiteX9" fmla="*/ 2134648 w 2134647"/>
                <a:gd name="connsiteY9" fmla="*/ 1650758 h 2207288"/>
                <a:gd name="connsiteX10" fmla="*/ 1957483 w 2134647"/>
                <a:gd name="connsiteY10" fmla="*/ 2057955 h 2207288"/>
                <a:gd name="connsiteX11" fmla="*/ 1577912 w 2134647"/>
                <a:gd name="connsiteY11" fmla="*/ 2207289 h 2207288"/>
                <a:gd name="connsiteX12" fmla="*/ 1577912 w 2134647"/>
                <a:gd name="connsiteY12" fmla="*/ 2150219 h 2207288"/>
                <a:gd name="connsiteX13" fmla="*/ 1918525 w 2134647"/>
                <a:gd name="connsiteY13" fmla="*/ 2016198 h 2207288"/>
                <a:gd name="connsiteX14" fmla="*/ 2077498 w 2134647"/>
                <a:gd name="connsiteY14" fmla="*/ 1650758 h 2207288"/>
                <a:gd name="connsiteX15" fmla="*/ 1943386 w 2134647"/>
                <a:gd name="connsiteY15" fmla="*/ 1310429 h 2207288"/>
                <a:gd name="connsiteX16" fmla="*/ 922496 w 2134647"/>
                <a:gd name="connsiteY16" fmla="*/ 216011 h 2207288"/>
                <a:gd name="connsiteX17" fmla="*/ 556641 w 2134647"/>
                <a:gd name="connsiteY17" fmla="*/ 57165 h 2207288"/>
                <a:gd name="connsiteX18" fmla="*/ 216217 w 2134647"/>
                <a:gd name="connsiteY18" fmla="*/ 191185 h 2207288"/>
                <a:gd name="connsiteX19" fmla="*/ 57245 w 2134647"/>
                <a:gd name="connsiteY19" fmla="*/ 556626 h 2207288"/>
                <a:gd name="connsiteX20" fmla="*/ 191357 w 2134647"/>
                <a:gd name="connsiteY20" fmla="*/ 896955 h 2207288"/>
                <a:gd name="connsiteX21" fmla="*/ 1212247 w 2134647"/>
                <a:gd name="connsiteY21" fmla="*/ 1991373 h 2207288"/>
                <a:gd name="connsiteX22" fmla="*/ 1577912 w 2134647"/>
                <a:gd name="connsiteY22" fmla="*/ 2150219 h 2207288"/>
                <a:gd name="connsiteX23" fmla="*/ 1577912 w 2134647"/>
                <a:gd name="connsiteY23" fmla="*/ 2178754 h 220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34647" h="2207288">
                  <a:moveTo>
                    <a:pt x="1577816" y="2178754"/>
                  </a:moveTo>
                  <a:lnTo>
                    <a:pt x="1577816" y="2207289"/>
                  </a:lnTo>
                  <a:cubicBezTo>
                    <a:pt x="1428845" y="2207289"/>
                    <a:pt x="1279970" y="2147745"/>
                    <a:pt x="1170337" y="2030276"/>
                  </a:cubicBezTo>
                  <a:lnTo>
                    <a:pt x="149447" y="935763"/>
                  </a:lnTo>
                  <a:cubicBezTo>
                    <a:pt x="49530" y="828566"/>
                    <a:pt x="0" y="692263"/>
                    <a:pt x="0" y="556531"/>
                  </a:cubicBezTo>
                  <a:cubicBezTo>
                    <a:pt x="0" y="407672"/>
                    <a:pt x="59531" y="258909"/>
                    <a:pt x="177165" y="149334"/>
                  </a:cubicBezTo>
                  <a:cubicBezTo>
                    <a:pt x="284416" y="49461"/>
                    <a:pt x="420815" y="0"/>
                    <a:pt x="556641" y="0"/>
                  </a:cubicBezTo>
                  <a:cubicBezTo>
                    <a:pt x="705707" y="0"/>
                    <a:pt x="854583" y="59543"/>
                    <a:pt x="964311" y="177013"/>
                  </a:cubicBezTo>
                  <a:lnTo>
                    <a:pt x="1985200" y="1271526"/>
                  </a:lnTo>
                  <a:cubicBezTo>
                    <a:pt x="2085118" y="1378723"/>
                    <a:pt x="2134648" y="1515026"/>
                    <a:pt x="2134648" y="1650758"/>
                  </a:cubicBezTo>
                  <a:cubicBezTo>
                    <a:pt x="2134648" y="1799617"/>
                    <a:pt x="2075116" y="1948380"/>
                    <a:pt x="1957483" y="2057955"/>
                  </a:cubicBezTo>
                  <a:cubicBezTo>
                    <a:pt x="1850231" y="2157828"/>
                    <a:pt x="1713738" y="2207289"/>
                    <a:pt x="1577912" y="2207289"/>
                  </a:cubicBezTo>
                  <a:lnTo>
                    <a:pt x="1577912" y="2150219"/>
                  </a:lnTo>
                  <a:cubicBezTo>
                    <a:pt x="1700022" y="2150219"/>
                    <a:pt x="1822133" y="2105894"/>
                    <a:pt x="1918525" y="2016198"/>
                  </a:cubicBezTo>
                  <a:cubicBezTo>
                    <a:pt x="2024158" y="1917752"/>
                    <a:pt x="2077498" y="1784588"/>
                    <a:pt x="2077498" y="1650758"/>
                  </a:cubicBezTo>
                  <a:cubicBezTo>
                    <a:pt x="2077498" y="1528723"/>
                    <a:pt x="2033111" y="1406783"/>
                    <a:pt x="1943386" y="1310429"/>
                  </a:cubicBezTo>
                  <a:lnTo>
                    <a:pt x="922496" y="216011"/>
                  </a:lnTo>
                  <a:cubicBezTo>
                    <a:pt x="823912" y="110526"/>
                    <a:pt x="690562" y="57165"/>
                    <a:pt x="556641" y="57165"/>
                  </a:cubicBezTo>
                  <a:cubicBezTo>
                    <a:pt x="434626" y="57165"/>
                    <a:pt x="312515" y="101490"/>
                    <a:pt x="216217" y="191185"/>
                  </a:cubicBezTo>
                  <a:cubicBezTo>
                    <a:pt x="110585" y="289632"/>
                    <a:pt x="57245" y="422796"/>
                    <a:pt x="57245" y="556626"/>
                  </a:cubicBezTo>
                  <a:cubicBezTo>
                    <a:pt x="57245" y="678661"/>
                    <a:pt x="101632" y="800601"/>
                    <a:pt x="191357" y="896955"/>
                  </a:cubicBezTo>
                  <a:lnTo>
                    <a:pt x="1212247" y="1991373"/>
                  </a:lnTo>
                  <a:cubicBezTo>
                    <a:pt x="1310831" y="2096953"/>
                    <a:pt x="1444085" y="2150219"/>
                    <a:pt x="1577912" y="2150219"/>
                  </a:cubicBezTo>
                  <a:lnTo>
                    <a:pt x="1577912" y="21787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6B5B8DE-1C7C-45B3-9A87-1967F5A9A6E6}"/>
                </a:ext>
              </a:extLst>
            </p:cNvPr>
            <p:cNvSpPr/>
            <p:nvPr/>
          </p:nvSpPr>
          <p:spPr>
            <a:xfrm>
              <a:off x="6221444" y="3526495"/>
              <a:ext cx="2134742" cy="2207288"/>
            </a:xfrm>
            <a:custGeom>
              <a:avLst/>
              <a:gdLst>
                <a:gd name="connsiteX0" fmla="*/ 1577912 w 2134742"/>
                <a:gd name="connsiteY0" fmla="*/ 2178754 h 2207288"/>
                <a:gd name="connsiteX1" fmla="*/ 1577912 w 2134742"/>
                <a:gd name="connsiteY1" fmla="*/ 2207289 h 2207288"/>
                <a:gd name="connsiteX2" fmla="*/ 1170432 w 2134742"/>
                <a:gd name="connsiteY2" fmla="*/ 2030276 h 2207288"/>
                <a:gd name="connsiteX3" fmla="*/ 1170432 w 2134742"/>
                <a:gd name="connsiteY3" fmla="*/ 2030276 h 2207288"/>
                <a:gd name="connsiteX4" fmla="*/ 149447 w 2134742"/>
                <a:gd name="connsiteY4" fmla="*/ 935763 h 2207288"/>
                <a:gd name="connsiteX5" fmla="*/ 0 w 2134742"/>
                <a:gd name="connsiteY5" fmla="*/ 556531 h 2207288"/>
                <a:gd name="connsiteX6" fmla="*/ 177165 w 2134742"/>
                <a:gd name="connsiteY6" fmla="*/ 149334 h 2207288"/>
                <a:gd name="connsiteX7" fmla="*/ 556641 w 2134742"/>
                <a:gd name="connsiteY7" fmla="*/ 0 h 2207288"/>
                <a:gd name="connsiteX8" fmla="*/ 964311 w 2134742"/>
                <a:gd name="connsiteY8" fmla="*/ 177013 h 2207288"/>
                <a:gd name="connsiteX9" fmla="*/ 964311 w 2134742"/>
                <a:gd name="connsiteY9" fmla="*/ 177013 h 2207288"/>
                <a:gd name="connsiteX10" fmla="*/ 1985295 w 2134742"/>
                <a:gd name="connsiteY10" fmla="*/ 1271526 h 2207288"/>
                <a:gd name="connsiteX11" fmla="*/ 2134743 w 2134742"/>
                <a:gd name="connsiteY11" fmla="*/ 1650758 h 2207288"/>
                <a:gd name="connsiteX12" fmla="*/ 1957578 w 2134742"/>
                <a:gd name="connsiteY12" fmla="*/ 2057955 h 2207288"/>
                <a:gd name="connsiteX13" fmla="*/ 1957578 w 2134742"/>
                <a:gd name="connsiteY13" fmla="*/ 2057955 h 2207288"/>
                <a:gd name="connsiteX14" fmla="*/ 1578007 w 2134742"/>
                <a:gd name="connsiteY14" fmla="*/ 2207289 h 2207288"/>
                <a:gd name="connsiteX15" fmla="*/ 1578007 w 2134742"/>
                <a:gd name="connsiteY15" fmla="*/ 2150219 h 2207288"/>
                <a:gd name="connsiteX16" fmla="*/ 1918620 w 2134742"/>
                <a:gd name="connsiteY16" fmla="*/ 2016198 h 2207288"/>
                <a:gd name="connsiteX17" fmla="*/ 1922811 w 2134742"/>
                <a:gd name="connsiteY17" fmla="*/ 2012299 h 2207288"/>
                <a:gd name="connsiteX18" fmla="*/ 1918620 w 2134742"/>
                <a:gd name="connsiteY18" fmla="*/ 2016198 h 2207288"/>
                <a:gd name="connsiteX19" fmla="*/ 2077593 w 2134742"/>
                <a:gd name="connsiteY19" fmla="*/ 1650758 h 2207288"/>
                <a:gd name="connsiteX20" fmla="*/ 1943481 w 2134742"/>
                <a:gd name="connsiteY20" fmla="*/ 1310429 h 2207288"/>
                <a:gd name="connsiteX21" fmla="*/ 922496 w 2134742"/>
                <a:gd name="connsiteY21" fmla="*/ 216011 h 2207288"/>
                <a:gd name="connsiteX22" fmla="*/ 922496 w 2134742"/>
                <a:gd name="connsiteY22" fmla="*/ 216011 h 2207288"/>
                <a:gd name="connsiteX23" fmla="*/ 556641 w 2134742"/>
                <a:gd name="connsiteY23" fmla="*/ 57166 h 2207288"/>
                <a:gd name="connsiteX24" fmla="*/ 216122 w 2134742"/>
                <a:gd name="connsiteY24" fmla="*/ 191186 h 2207288"/>
                <a:gd name="connsiteX25" fmla="*/ 57150 w 2134742"/>
                <a:gd name="connsiteY25" fmla="*/ 556626 h 2207288"/>
                <a:gd name="connsiteX26" fmla="*/ 191262 w 2134742"/>
                <a:gd name="connsiteY26" fmla="*/ 896955 h 2207288"/>
                <a:gd name="connsiteX27" fmla="*/ 1212247 w 2134742"/>
                <a:gd name="connsiteY27" fmla="*/ 1991373 h 2207288"/>
                <a:gd name="connsiteX28" fmla="*/ 1212247 w 2134742"/>
                <a:gd name="connsiteY28" fmla="*/ 1991373 h 2207288"/>
                <a:gd name="connsiteX29" fmla="*/ 1578007 w 2134742"/>
                <a:gd name="connsiteY29" fmla="*/ 2150219 h 2207288"/>
                <a:gd name="connsiteX30" fmla="*/ 1578007 w 2134742"/>
                <a:gd name="connsiteY30" fmla="*/ 2178754 h 220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134742" h="2207288">
                  <a:moveTo>
                    <a:pt x="1577912" y="2178754"/>
                  </a:moveTo>
                  <a:lnTo>
                    <a:pt x="1577912" y="2207289"/>
                  </a:lnTo>
                  <a:cubicBezTo>
                    <a:pt x="1428940" y="2207289"/>
                    <a:pt x="1280065" y="2147745"/>
                    <a:pt x="1170432" y="2030276"/>
                  </a:cubicBezTo>
                  <a:lnTo>
                    <a:pt x="1170432" y="2030276"/>
                  </a:lnTo>
                  <a:cubicBezTo>
                    <a:pt x="1170432" y="2030276"/>
                    <a:pt x="149447" y="935763"/>
                    <a:pt x="149447" y="935763"/>
                  </a:cubicBezTo>
                  <a:cubicBezTo>
                    <a:pt x="49530" y="828661"/>
                    <a:pt x="0" y="692358"/>
                    <a:pt x="0" y="556531"/>
                  </a:cubicBezTo>
                  <a:cubicBezTo>
                    <a:pt x="0" y="407672"/>
                    <a:pt x="59531" y="258909"/>
                    <a:pt x="177165" y="149334"/>
                  </a:cubicBezTo>
                  <a:cubicBezTo>
                    <a:pt x="284416" y="49461"/>
                    <a:pt x="420814" y="0"/>
                    <a:pt x="556641" y="0"/>
                  </a:cubicBezTo>
                  <a:cubicBezTo>
                    <a:pt x="705612" y="0"/>
                    <a:pt x="854583" y="59543"/>
                    <a:pt x="964311" y="177013"/>
                  </a:cubicBezTo>
                  <a:lnTo>
                    <a:pt x="964311" y="177013"/>
                  </a:lnTo>
                  <a:lnTo>
                    <a:pt x="1985295" y="1271526"/>
                  </a:lnTo>
                  <a:cubicBezTo>
                    <a:pt x="2085213" y="1378628"/>
                    <a:pt x="2134838" y="1514931"/>
                    <a:pt x="2134743" y="1650758"/>
                  </a:cubicBezTo>
                  <a:cubicBezTo>
                    <a:pt x="2134743" y="1799617"/>
                    <a:pt x="2075211" y="1948380"/>
                    <a:pt x="1957578" y="2057955"/>
                  </a:cubicBezTo>
                  <a:lnTo>
                    <a:pt x="1957578" y="2057955"/>
                  </a:lnTo>
                  <a:cubicBezTo>
                    <a:pt x="1850326" y="2157828"/>
                    <a:pt x="1713833" y="2207289"/>
                    <a:pt x="1578007" y="2207289"/>
                  </a:cubicBezTo>
                  <a:lnTo>
                    <a:pt x="1578007" y="2150219"/>
                  </a:lnTo>
                  <a:cubicBezTo>
                    <a:pt x="1700117" y="2150219"/>
                    <a:pt x="1822227" y="2105894"/>
                    <a:pt x="1918620" y="2016198"/>
                  </a:cubicBezTo>
                  <a:lnTo>
                    <a:pt x="1922811" y="2012299"/>
                  </a:lnTo>
                  <a:lnTo>
                    <a:pt x="1918620" y="2016198"/>
                  </a:lnTo>
                  <a:cubicBezTo>
                    <a:pt x="2024253" y="1917752"/>
                    <a:pt x="2077593" y="1784588"/>
                    <a:pt x="2077593" y="1650758"/>
                  </a:cubicBezTo>
                  <a:cubicBezTo>
                    <a:pt x="2077593" y="1528723"/>
                    <a:pt x="2033206" y="1406688"/>
                    <a:pt x="1943481" y="1310429"/>
                  </a:cubicBezTo>
                  <a:lnTo>
                    <a:pt x="922496" y="216011"/>
                  </a:lnTo>
                  <a:lnTo>
                    <a:pt x="922496" y="216011"/>
                  </a:lnTo>
                  <a:cubicBezTo>
                    <a:pt x="823913" y="110431"/>
                    <a:pt x="690563" y="57166"/>
                    <a:pt x="556641" y="57166"/>
                  </a:cubicBezTo>
                  <a:cubicBezTo>
                    <a:pt x="434626" y="57166"/>
                    <a:pt x="312515" y="101490"/>
                    <a:pt x="216122" y="191186"/>
                  </a:cubicBezTo>
                  <a:cubicBezTo>
                    <a:pt x="110490" y="289632"/>
                    <a:pt x="57150" y="422796"/>
                    <a:pt x="57150" y="556626"/>
                  </a:cubicBezTo>
                  <a:cubicBezTo>
                    <a:pt x="57150" y="678661"/>
                    <a:pt x="101536" y="800696"/>
                    <a:pt x="191262" y="896955"/>
                  </a:cubicBezTo>
                  <a:lnTo>
                    <a:pt x="1212247" y="1991373"/>
                  </a:lnTo>
                  <a:lnTo>
                    <a:pt x="1212247" y="1991373"/>
                  </a:lnTo>
                  <a:cubicBezTo>
                    <a:pt x="1310831" y="2096953"/>
                    <a:pt x="1444085" y="2150219"/>
                    <a:pt x="1578007" y="2150219"/>
                  </a:cubicBezTo>
                  <a:lnTo>
                    <a:pt x="1578007" y="217875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BC2F3F9-4536-0713-D339-E31BA9D40166}"/>
                </a:ext>
              </a:extLst>
            </p:cNvPr>
            <p:cNvSpPr/>
            <p:nvPr/>
          </p:nvSpPr>
          <p:spPr>
            <a:xfrm>
              <a:off x="2876550" y="3540191"/>
              <a:ext cx="3111912" cy="3294382"/>
            </a:xfrm>
            <a:custGeom>
              <a:avLst/>
              <a:gdLst>
                <a:gd name="connsiteX0" fmla="*/ 559308 w 3111912"/>
                <a:gd name="connsiteY0" fmla="*/ 3265848 h 3294382"/>
                <a:gd name="connsiteX1" fmla="*/ 559308 w 3111912"/>
                <a:gd name="connsiteY1" fmla="*/ 3294383 h 3294382"/>
                <a:gd name="connsiteX2" fmla="*/ 181166 w 3111912"/>
                <a:gd name="connsiteY2" fmla="*/ 3147141 h 3294382"/>
                <a:gd name="connsiteX3" fmla="*/ 0 w 3111912"/>
                <a:gd name="connsiteY3" fmla="*/ 2735189 h 3294382"/>
                <a:gd name="connsiteX4" fmla="*/ 147352 w 3111912"/>
                <a:gd name="connsiteY4" fmla="*/ 2357289 h 3294382"/>
                <a:gd name="connsiteX5" fmla="*/ 147352 w 3111912"/>
                <a:gd name="connsiteY5" fmla="*/ 2357289 h 3294382"/>
                <a:gd name="connsiteX6" fmla="*/ 2140268 w 3111912"/>
                <a:gd name="connsiteY6" fmla="*/ 180913 h 3294382"/>
                <a:gd name="connsiteX7" fmla="*/ 2140268 w 3111912"/>
                <a:gd name="connsiteY7" fmla="*/ 180913 h 3294382"/>
                <a:gd name="connsiteX8" fmla="*/ 2552510 w 3111912"/>
                <a:gd name="connsiteY8" fmla="*/ 0 h 3294382"/>
                <a:gd name="connsiteX9" fmla="*/ 2930747 w 3111912"/>
                <a:gd name="connsiteY9" fmla="*/ 147146 h 3294382"/>
                <a:gd name="connsiteX10" fmla="*/ 3111913 w 3111912"/>
                <a:gd name="connsiteY10" fmla="*/ 559099 h 3294382"/>
                <a:gd name="connsiteX11" fmla="*/ 2964561 w 3111912"/>
                <a:gd name="connsiteY11" fmla="*/ 936904 h 3294382"/>
                <a:gd name="connsiteX12" fmla="*/ 2964561 w 3111912"/>
                <a:gd name="connsiteY12" fmla="*/ 936904 h 3294382"/>
                <a:gd name="connsiteX13" fmla="*/ 971645 w 3111912"/>
                <a:gd name="connsiteY13" fmla="*/ 3113280 h 3294382"/>
                <a:gd name="connsiteX14" fmla="*/ 971645 w 3111912"/>
                <a:gd name="connsiteY14" fmla="*/ 3113280 h 3294382"/>
                <a:gd name="connsiteX15" fmla="*/ 559308 w 3111912"/>
                <a:gd name="connsiteY15" fmla="*/ 3294288 h 3294382"/>
                <a:gd name="connsiteX16" fmla="*/ 559308 w 3111912"/>
                <a:gd name="connsiteY16" fmla="*/ 3237218 h 3294382"/>
                <a:gd name="connsiteX17" fmla="*/ 929545 w 3111912"/>
                <a:gd name="connsiteY17" fmla="*/ 3074757 h 3294382"/>
                <a:gd name="connsiteX18" fmla="*/ 929545 w 3111912"/>
                <a:gd name="connsiteY18" fmla="*/ 3074757 h 3294382"/>
                <a:gd name="connsiteX19" fmla="*/ 2922461 w 3111912"/>
                <a:gd name="connsiteY19" fmla="*/ 898382 h 3294382"/>
                <a:gd name="connsiteX20" fmla="*/ 2922461 w 3111912"/>
                <a:gd name="connsiteY20" fmla="*/ 898382 h 3294382"/>
                <a:gd name="connsiteX21" fmla="*/ 3054763 w 3111912"/>
                <a:gd name="connsiteY21" fmla="*/ 559099 h 3294382"/>
                <a:gd name="connsiteX22" fmla="*/ 2892171 w 3111912"/>
                <a:gd name="connsiteY22" fmla="*/ 189188 h 3294382"/>
                <a:gd name="connsiteX23" fmla="*/ 2552605 w 3111912"/>
                <a:gd name="connsiteY23" fmla="*/ 57070 h 3294382"/>
                <a:gd name="connsiteX24" fmla="*/ 2182463 w 3111912"/>
                <a:gd name="connsiteY24" fmla="*/ 219530 h 3294382"/>
                <a:gd name="connsiteX25" fmla="*/ 2182463 w 3111912"/>
                <a:gd name="connsiteY25" fmla="*/ 219530 h 3294382"/>
                <a:gd name="connsiteX26" fmla="*/ 189452 w 3111912"/>
                <a:gd name="connsiteY26" fmla="*/ 2395906 h 3294382"/>
                <a:gd name="connsiteX27" fmla="*/ 189452 w 3111912"/>
                <a:gd name="connsiteY27" fmla="*/ 2395906 h 3294382"/>
                <a:gd name="connsiteX28" fmla="*/ 57150 w 3111912"/>
                <a:gd name="connsiteY28" fmla="*/ 2735189 h 3294382"/>
                <a:gd name="connsiteX29" fmla="*/ 219742 w 3111912"/>
                <a:gd name="connsiteY29" fmla="*/ 3105100 h 3294382"/>
                <a:gd name="connsiteX30" fmla="*/ 559213 w 3111912"/>
                <a:gd name="connsiteY30" fmla="*/ 3237312 h 3294382"/>
                <a:gd name="connsiteX31" fmla="*/ 559213 w 3111912"/>
                <a:gd name="connsiteY31" fmla="*/ 3265848 h 3294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11912" h="3294382">
                  <a:moveTo>
                    <a:pt x="559308" y="3265848"/>
                  </a:moveTo>
                  <a:lnTo>
                    <a:pt x="559308" y="3294383"/>
                  </a:lnTo>
                  <a:cubicBezTo>
                    <a:pt x="424244" y="3294383"/>
                    <a:pt x="288512" y="3245683"/>
                    <a:pt x="181166" y="3147141"/>
                  </a:cubicBezTo>
                  <a:cubicBezTo>
                    <a:pt x="60960" y="3036996"/>
                    <a:pt x="0" y="2886235"/>
                    <a:pt x="0" y="2735189"/>
                  </a:cubicBezTo>
                  <a:cubicBezTo>
                    <a:pt x="0" y="2600218"/>
                    <a:pt x="48768" y="2464581"/>
                    <a:pt x="147352" y="2357289"/>
                  </a:cubicBezTo>
                  <a:lnTo>
                    <a:pt x="147352" y="2357289"/>
                  </a:lnTo>
                  <a:lnTo>
                    <a:pt x="2140268" y="180913"/>
                  </a:lnTo>
                  <a:lnTo>
                    <a:pt x="2140268" y="180913"/>
                  </a:lnTo>
                  <a:cubicBezTo>
                    <a:pt x="2250567" y="60875"/>
                    <a:pt x="2401443" y="-95"/>
                    <a:pt x="2552510" y="0"/>
                  </a:cubicBezTo>
                  <a:cubicBezTo>
                    <a:pt x="2687574" y="0"/>
                    <a:pt x="2823305" y="48700"/>
                    <a:pt x="2930747" y="147146"/>
                  </a:cubicBezTo>
                  <a:cubicBezTo>
                    <a:pt x="3050858" y="257292"/>
                    <a:pt x="3111913" y="408148"/>
                    <a:pt x="3111913" y="559099"/>
                  </a:cubicBezTo>
                  <a:cubicBezTo>
                    <a:pt x="3111913" y="694070"/>
                    <a:pt x="3063145" y="829707"/>
                    <a:pt x="2964561" y="936904"/>
                  </a:cubicBezTo>
                  <a:lnTo>
                    <a:pt x="2964561" y="936904"/>
                  </a:lnTo>
                  <a:cubicBezTo>
                    <a:pt x="2964561" y="936904"/>
                    <a:pt x="971645" y="3113280"/>
                    <a:pt x="971645" y="3113280"/>
                  </a:cubicBezTo>
                  <a:lnTo>
                    <a:pt x="971645" y="3113280"/>
                  </a:lnTo>
                  <a:cubicBezTo>
                    <a:pt x="861346" y="3233318"/>
                    <a:pt x="710470" y="3294288"/>
                    <a:pt x="559308" y="3294288"/>
                  </a:cubicBezTo>
                  <a:lnTo>
                    <a:pt x="559308" y="3237218"/>
                  </a:lnTo>
                  <a:cubicBezTo>
                    <a:pt x="695230" y="3237218"/>
                    <a:pt x="830294" y="3182620"/>
                    <a:pt x="929545" y="3074757"/>
                  </a:cubicBezTo>
                  <a:lnTo>
                    <a:pt x="929545" y="3074757"/>
                  </a:lnTo>
                  <a:lnTo>
                    <a:pt x="2922461" y="898382"/>
                  </a:lnTo>
                  <a:lnTo>
                    <a:pt x="2922461" y="898382"/>
                  </a:lnTo>
                  <a:cubicBezTo>
                    <a:pt x="3011043" y="801933"/>
                    <a:pt x="3054763" y="680468"/>
                    <a:pt x="3054763" y="559099"/>
                  </a:cubicBezTo>
                  <a:cubicBezTo>
                    <a:pt x="3054763" y="423367"/>
                    <a:pt x="3000089" y="288205"/>
                    <a:pt x="2892171" y="189188"/>
                  </a:cubicBezTo>
                  <a:cubicBezTo>
                    <a:pt x="2795588" y="100729"/>
                    <a:pt x="2674049" y="57070"/>
                    <a:pt x="2552605" y="57070"/>
                  </a:cubicBezTo>
                  <a:cubicBezTo>
                    <a:pt x="2416778" y="57070"/>
                    <a:pt x="2281619" y="111668"/>
                    <a:pt x="2182463" y="219530"/>
                  </a:cubicBezTo>
                  <a:lnTo>
                    <a:pt x="2182463" y="219530"/>
                  </a:lnTo>
                  <a:lnTo>
                    <a:pt x="189452" y="2395906"/>
                  </a:lnTo>
                  <a:lnTo>
                    <a:pt x="189452" y="2395906"/>
                  </a:lnTo>
                  <a:cubicBezTo>
                    <a:pt x="100870" y="2492355"/>
                    <a:pt x="57150" y="2613820"/>
                    <a:pt x="57150" y="2735189"/>
                  </a:cubicBezTo>
                  <a:cubicBezTo>
                    <a:pt x="57150" y="2870921"/>
                    <a:pt x="111824" y="3006083"/>
                    <a:pt x="219742" y="3105100"/>
                  </a:cubicBezTo>
                  <a:cubicBezTo>
                    <a:pt x="316325" y="3193654"/>
                    <a:pt x="437864" y="3237218"/>
                    <a:pt x="559213" y="3237312"/>
                  </a:cubicBezTo>
                  <a:lnTo>
                    <a:pt x="559213" y="32658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1689604-F752-B757-F352-356E00E1E66E}"/>
                </a:ext>
              </a:extLst>
            </p:cNvPr>
            <p:cNvSpPr/>
            <p:nvPr/>
          </p:nvSpPr>
          <p:spPr>
            <a:xfrm>
              <a:off x="6205442" y="19050"/>
              <a:ext cx="3111912" cy="3294287"/>
            </a:xfrm>
            <a:custGeom>
              <a:avLst/>
              <a:gdLst>
                <a:gd name="connsiteX0" fmla="*/ 559308 w 3111912"/>
                <a:gd name="connsiteY0" fmla="*/ 3265752 h 3294287"/>
                <a:gd name="connsiteX1" fmla="*/ 559308 w 3111912"/>
                <a:gd name="connsiteY1" fmla="*/ 3294288 h 3294287"/>
                <a:gd name="connsiteX2" fmla="*/ 181166 w 3111912"/>
                <a:gd name="connsiteY2" fmla="*/ 3147046 h 3294287"/>
                <a:gd name="connsiteX3" fmla="*/ 0 w 3111912"/>
                <a:gd name="connsiteY3" fmla="*/ 2735094 h 3294287"/>
                <a:gd name="connsiteX4" fmla="*/ 147352 w 3111912"/>
                <a:gd name="connsiteY4" fmla="*/ 2357194 h 3294287"/>
                <a:gd name="connsiteX5" fmla="*/ 147352 w 3111912"/>
                <a:gd name="connsiteY5" fmla="*/ 2357194 h 3294287"/>
                <a:gd name="connsiteX6" fmla="*/ 2140268 w 3111912"/>
                <a:gd name="connsiteY6" fmla="*/ 180913 h 3294287"/>
                <a:gd name="connsiteX7" fmla="*/ 2140268 w 3111912"/>
                <a:gd name="connsiteY7" fmla="*/ 180913 h 3294287"/>
                <a:gd name="connsiteX8" fmla="*/ 2552509 w 3111912"/>
                <a:gd name="connsiteY8" fmla="*/ 0 h 3294287"/>
                <a:gd name="connsiteX9" fmla="*/ 2930747 w 3111912"/>
                <a:gd name="connsiteY9" fmla="*/ 147146 h 3294287"/>
                <a:gd name="connsiteX10" fmla="*/ 3111913 w 3111912"/>
                <a:gd name="connsiteY10" fmla="*/ 559099 h 3294287"/>
                <a:gd name="connsiteX11" fmla="*/ 2964561 w 3111912"/>
                <a:gd name="connsiteY11" fmla="*/ 936904 h 3294287"/>
                <a:gd name="connsiteX12" fmla="*/ 2964561 w 3111912"/>
                <a:gd name="connsiteY12" fmla="*/ 936904 h 3294287"/>
                <a:gd name="connsiteX13" fmla="*/ 971645 w 3111912"/>
                <a:gd name="connsiteY13" fmla="*/ 3113280 h 3294287"/>
                <a:gd name="connsiteX14" fmla="*/ 971645 w 3111912"/>
                <a:gd name="connsiteY14" fmla="*/ 3113280 h 3294287"/>
                <a:gd name="connsiteX15" fmla="*/ 559308 w 3111912"/>
                <a:gd name="connsiteY15" fmla="*/ 3294288 h 3294287"/>
                <a:gd name="connsiteX16" fmla="*/ 559308 w 3111912"/>
                <a:gd name="connsiteY16" fmla="*/ 3237217 h 3294287"/>
                <a:gd name="connsiteX17" fmla="*/ 929545 w 3111912"/>
                <a:gd name="connsiteY17" fmla="*/ 3074757 h 3294287"/>
                <a:gd name="connsiteX18" fmla="*/ 929545 w 3111912"/>
                <a:gd name="connsiteY18" fmla="*/ 3074757 h 3294287"/>
                <a:gd name="connsiteX19" fmla="*/ 2922461 w 3111912"/>
                <a:gd name="connsiteY19" fmla="*/ 898382 h 3294287"/>
                <a:gd name="connsiteX20" fmla="*/ 2922461 w 3111912"/>
                <a:gd name="connsiteY20" fmla="*/ 898382 h 3294287"/>
                <a:gd name="connsiteX21" fmla="*/ 3054763 w 3111912"/>
                <a:gd name="connsiteY21" fmla="*/ 559099 h 3294287"/>
                <a:gd name="connsiteX22" fmla="*/ 2892171 w 3111912"/>
                <a:gd name="connsiteY22" fmla="*/ 189188 h 3294287"/>
                <a:gd name="connsiteX23" fmla="*/ 2552605 w 3111912"/>
                <a:gd name="connsiteY23" fmla="*/ 57070 h 3294287"/>
                <a:gd name="connsiteX24" fmla="*/ 2182463 w 3111912"/>
                <a:gd name="connsiteY24" fmla="*/ 219530 h 3294287"/>
                <a:gd name="connsiteX25" fmla="*/ 2182463 w 3111912"/>
                <a:gd name="connsiteY25" fmla="*/ 219530 h 3294287"/>
                <a:gd name="connsiteX26" fmla="*/ 188309 w 3111912"/>
                <a:gd name="connsiteY26" fmla="*/ 2397238 h 3294287"/>
                <a:gd name="connsiteX27" fmla="*/ 189452 w 3111912"/>
                <a:gd name="connsiteY27" fmla="*/ 2396001 h 3294287"/>
                <a:gd name="connsiteX28" fmla="*/ 57150 w 3111912"/>
                <a:gd name="connsiteY28" fmla="*/ 2735284 h 3294287"/>
                <a:gd name="connsiteX29" fmla="*/ 219837 w 3111912"/>
                <a:gd name="connsiteY29" fmla="*/ 3105195 h 3294287"/>
                <a:gd name="connsiteX30" fmla="*/ 559308 w 3111912"/>
                <a:gd name="connsiteY30" fmla="*/ 3237407 h 3294287"/>
                <a:gd name="connsiteX31" fmla="*/ 559308 w 3111912"/>
                <a:gd name="connsiteY31" fmla="*/ 3265943 h 329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11912" h="3294287">
                  <a:moveTo>
                    <a:pt x="559308" y="3265752"/>
                  </a:moveTo>
                  <a:lnTo>
                    <a:pt x="559308" y="3294288"/>
                  </a:lnTo>
                  <a:cubicBezTo>
                    <a:pt x="424244" y="3294288"/>
                    <a:pt x="288512" y="3245588"/>
                    <a:pt x="181166" y="3147046"/>
                  </a:cubicBezTo>
                  <a:cubicBezTo>
                    <a:pt x="61055" y="3036901"/>
                    <a:pt x="0" y="2886045"/>
                    <a:pt x="0" y="2735094"/>
                  </a:cubicBezTo>
                  <a:cubicBezTo>
                    <a:pt x="0" y="2600123"/>
                    <a:pt x="48768" y="2464486"/>
                    <a:pt x="147352" y="2357194"/>
                  </a:cubicBezTo>
                  <a:lnTo>
                    <a:pt x="147352" y="2357194"/>
                  </a:lnTo>
                  <a:lnTo>
                    <a:pt x="2140268" y="180913"/>
                  </a:lnTo>
                  <a:lnTo>
                    <a:pt x="2140268" y="180913"/>
                  </a:lnTo>
                  <a:cubicBezTo>
                    <a:pt x="2250567" y="60970"/>
                    <a:pt x="2401443" y="0"/>
                    <a:pt x="2552509" y="0"/>
                  </a:cubicBezTo>
                  <a:cubicBezTo>
                    <a:pt x="2687574" y="0"/>
                    <a:pt x="2823306" y="48700"/>
                    <a:pt x="2930747" y="147146"/>
                  </a:cubicBezTo>
                  <a:cubicBezTo>
                    <a:pt x="3050858" y="257292"/>
                    <a:pt x="3111913" y="408148"/>
                    <a:pt x="3111913" y="559099"/>
                  </a:cubicBezTo>
                  <a:cubicBezTo>
                    <a:pt x="3111913" y="694070"/>
                    <a:pt x="3063145" y="829707"/>
                    <a:pt x="2964561" y="936904"/>
                  </a:cubicBezTo>
                  <a:lnTo>
                    <a:pt x="2964561" y="936904"/>
                  </a:lnTo>
                  <a:cubicBezTo>
                    <a:pt x="2964561" y="936904"/>
                    <a:pt x="971645" y="3113280"/>
                    <a:pt x="971645" y="3113280"/>
                  </a:cubicBezTo>
                  <a:lnTo>
                    <a:pt x="971645" y="3113280"/>
                  </a:lnTo>
                  <a:cubicBezTo>
                    <a:pt x="861346" y="3233317"/>
                    <a:pt x="710470" y="3294288"/>
                    <a:pt x="559308" y="3294288"/>
                  </a:cubicBezTo>
                  <a:lnTo>
                    <a:pt x="559308" y="3237217"/>
                  </a:lnTo>
                  <a:cubicBezTo>
                    <a:pt x="695230" y="3237217"/>
                    <a:pt x="830390" y="3182620"/>
                    <a:pt x="929545" y="3074757"/>
                  </a:cubicBezTo>
                  <a:lnTo>
                    <a:pt x="929545" y="3074757"/>
                  </a:lnTo>
                  <a:lnTo>
                    <a:pt x="2922461" y="898382"/>
                  </a:lnTo>
                  <a:lnTo>
                    <a:pt x="2922461" y="898382"/>
                  </a:lnTo>
                  <a:cubicBezTo>
                    <a:pt x="3011043" y="801933"/>
                    <a:pt x="3054763" y="680468"/>
                    <a:pt x="3054763" y="559099"/>
                  </a:cubicBezTo>
                  <a:cubicBezTo>
                    <a:pt x="3054763" y="423366"/>
                    <a:pt x="3000090" y="288205"/>
                    <a:pt x="2892171" y="189188"/>
                  </a:cubicBezTo>
                  <a:cubicBezTo>
                    <a:pt x="2795588" y="100634"/>
                    <a:pt x="2674049" y="57070"/>
                    <a:pt x="2552605" y="57070"/>
                  </a:cubicBezTo>
                  <a:cubicBezTo>
                    <a:pt x="2416778" y="57070"/>
                    <a:pt x="2281619" y="111668"/>
                    <a:pt x="2182463" y="219530"/>
                  </a:cubicBezTo>
                  <a:lnTo>
                    <a:pt x="2182463" y="219530"/>
                  </a:lnTo>
                  <a:lnTo>
                    <a:pt x="188309" y="2397238"/>
                  </a:lnTo>
                  <a:lnTo>
                    <a:pt x="189452" y="2396001"/>
                  </a:lnTo>
                  <a:cubicBezTo>
                    <a:pt x="100870" y="2492450"/>
                    <a:pt x="57150" y="2613915"/>
                    <a:pt x="57150" y="2735284"/>
                  </a:cubicBezTo>
                  <a:cubicBezTo>
                    <a:pt x="57150" y="2871016"/>
                    <a:pt x="111824" y="3006178"/>
                    <a:pt x="219837" y="3105195"/>
                  </a:cubicBezTo>
                  <a:cubicBezTo>
                    <a:pt x="316421" y="3193749"/>
                    <a:pt x="437960" y="3237313"/>
                    <a:pt x="559308" y="3237407"/>
                  </a:cubicBezTo>
                  <a:lnTo>
                    <a:pt x="559308" y="326594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text placeholder">
            <a:extLst>
              <a:ext uri="{FF2B5EF4-FFF2-40B4-BE49-F238E27FC236}">
                <a16:creationId xmlns:a16="http://schemas.microsoft.com/office/drawing/2014/main" id="{CE8D1042-89F6-E396-D7DC-98A0B0E85F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774" y="1959375"/>
            <a:ext cx="11221201" cy="4304901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lIns="180000" tIns="180000" rIns="180000" bIns="180000"/>
          <a:lstStyle>
            <a:lvl1pPr marL="0" marR="0" indent="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69865" marR="0" indent="-269865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55833"/>
              </a:buClr>
              <a:buSzPct val="100000"/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40000" marR="0" indent="-27000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24664"/>
              </a:buClr>
              <a:buSzPct val="70000"/>
              <a:buFont typeface="Courier New" panose="02070309020205020404" pitchFamily="49" charset="0"/>
              <a:buChar char="o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10000" marR="0" indent="-27000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24664"/>
              </a:buClr>
              <a:buSzPct val="100000"/>
              <a:buFont typeface="Trebuchet MS" panose="020B0603020202020204" pitchFamily="34" charset="0"/>
              <a:buChar char="−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080000" marR="0" indent="-27000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24664"/>
              </a:buClr>
              <a:buSzPct val="42000"/>
              <a:buFont typeface="Wingdings 2" panose="05020102010507070707" pitchFamily="18" charset="2"/>
              <a:buChar char="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0" marR="0" indent="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55833"/>
              </a:buClr>
              <a:buSzPct val="80000"/>
              <a:buFont typeface="Wingdings 3" panose="05040102010807070707" pitchFamily="18" charset="2"/>
              <a:buNone/>
              <a:tabLst/>
              <a:defRPr sz="1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0" marR="0" indent="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270000" marR="0" indent="-27000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24664"/>
              </a:buClr>
              <a:buSzPct val="75000"/>
              <a:buFont typeface="+mj-lt"/>
              <a:buAutoNum type="arabicPeriod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540000" marR="0" indent="-270000" algn="l" defTabSz="2871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324664"/>
              </a:buClr>
              <a:buSzPct val="75000"/>
              <a:buFont typeface="+mj-lt"/>
              <a:buAutoNum type="alphaLcPeriod"/>
              <a:tabLst/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</p:spTree>
    <p:extLst>
      <p:ext uri="{BB962C8B-B14F-4D97-AF65-F5344CB8AC3E}">
        <p14:creationId xmlns:p14="http://schemas.microsoft.com/office/powerpoint/2010/main" val="117626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FD36D1E-C10C-5222-70C4-C669660F7B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96445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FD36D1E-C10C-5222-70C4-C669660F7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age # placeholder">
            <a:extLst>
              <a:ext uri="{FF2B5EF4-FFF2-40B4-BE49-F238E27FC236}">
                <a16:creationId xmlns:a16="http://schemas.microsoft.com/office/drawing/2014/main" id="{561D4AB5-3140-7D94-140F-AD0D11CE5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rgbClr val="ADADAD"/>
                </a:solidFill>
                <a:latin typeface="+mn-lt"/>
              </a:defRPr>
            </a:lvl1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3E94C006-82F4-A3A9-0DCF-649B69B7D9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4775" y="2412160"/>
            <a:ext cx="6508006" cy="3038381"/>
          </a:xfrm>
        </p:spPr>
        <p:txBody>
          <a:bodyPr/>
          <a:lstStyle/>
          <a:p>
            <a:pPr lvl="0"/>
            <a:r>
              <a:rPr lang="en-US"/>
              <a:t>Default text</a:t>
            </a:r>
          </a:p>
          <a:p>
            <a:pPr lvl="1"/>
            <a:r>
              <a:rPr lang="en-US"/>
              <a:t>Bulleted list (list level_01)</a:t>
            </a:r>
          </a:p>
          <a:p>
            <a:pPr lvl="2"/>
            <a:r>
              <a:rPr lang="en-US"/>
              <a:t>Bulleted list (list level_02)</a:t>
            </a:r>
          </a:p>
          <a:p>
            <a:pPr lvl="3"/>
            <a:r>
              <a:rPr lang="en-US"/>
              <a:t>Bulleted list (list level_03)</a:t>
            </a:r>
          </a:p>
          <a:p>
            <a:pPr lvl="4"/>
            <a:r>
              <a:rPr lang="en-US"/>
              <a:t>Bulleted list (list level_04)</a:t>
            </a:r>
          </a:p>
          <a:p>
            <a:pPr lvl="5"/>
            <a:r>
              <a:rPr lang="en-US"/>
              <a:t>Heading_01</a:t>
            </a:r>
          </a:p>
          <a:p>
            <a:pPr lvl="6"/>
            <a:r>
              <a:rPr lang="en-US"/>
              <a:t>Heading_02</a:t>
            </a:r>
          </a:p>
          <a:p>
            <a:pPr lvl="7"/>
            <a:r>
              <a:rPr lang="en-US"/>
              <a:t>Numbered list (list level_01)</a:t>
            </a:r>
          </a:p>
          <a:p>
            <a:pPr lvl="8"/>
            <a:r>
              <a:rPr lang="en-US"/>
              <a:t>Numbered list (list level_02)</a:t>
            </a:r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C57F9CDE-9BE0-DEE2-EDB0-FA896BAF6F97}"/>
              </a:ext>
            </a:extLst>
          </p:cNvPr>
          <p:cNvSpPr>
            <a:spLocks noGrp="1"/>
          </p:cNvSpPr>
          <p:nvPr>
            <p:ph type="subTitle" idx="12"/>
          </p:nvPr>
        </p:nvSpPr>
        <p:spPr>
          <a:xfrm>
            <a:off x="5434775" y="1653068"/>
            <a:ext cx="6511694" cy="360099"/>
          </a:xfrm>
          <a:prstGeom prst="rect">
            <a:avLst/>
          </a:prstGeom>
        </p:spPr>
        <p:txBody>
          <a:bodyPr tIns="57600"/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C628A276-E1AE-FD60-84CD-F7ED5A06E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175" y="1292971"/>
            <a:ext cx="6509606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9" name="Graphic 5">
            <a:extLst>
              <a:ext uri="{FF2B5EF4-FFF2-40B4-BE49-F238E27FC236}">
                <a16:creationId xmlns:a16="http://schemas.microsoft.com/office/drawing/2014/main" id="{CCBD85F5-5FA1-4051-2B60-75BA9F7EB0A2}"/>
              </a:ext>
            </a:extLst>
          </p:cNvPr>
          <p:cNvSpPr/>
          <p:nvPr/>
        </p:nvSpPr>
        <p:spPr>
          <a:xfrm>
            <a:off x="-1826088" y="-2067372"/>
            <a:ext cx="6989521" cy="10992743"/>
          </a:xfrm>
          <a:custGeom>
            <a:avLst/>
            <a:gdLst>
              <a:gd name="connsiteX0" fmla="*/ 4669928 w 4802332"/>
              <a:gd name="connsiteY0" fmla="*/ 3252428 h 7552849"/>
              <a:gd name="connsiteX1" fmla="*/ 4444129 w 4802332"/>
              <a:gd name="connsiteY1" fmla="*/ 2903849 h 7552849"/>
              <a:gd name="connsiteX2" fmla="*/ 2100391 w 4802332"/>
              <a:gd name="connsiteY2" fmla="*/ 386260 h 7552849"/>
              <a:gd name="connsiteX3" fmla="*/ 385955 w 4802332"/>
              <a:gd name="connsiteY3" fmla="*/ 325850 h 7552849"/>
              <a:gd name="connsiteX4" fmla="*/ 325520 w 4802332"/>
              <a:gd name="connsiteY4" fmla="*/ 2042052 h 7552849"/>
              <a:gd name="connsiteX5" fmla="*/ 1954391 w 4802332"/>
              <a:gd name="connsiteY5" fmla="*/ 3791705 h 7552849"/>
              <a:gd name="connsiteX6" fmla="*/ 371725 w 4802332"/>
              <a:gd name="connsiteY6" fmla="*/ 5517464 h 7552849"/>
              <a:gd name="connsiteX7" fmla="*/ 444949 w 4802332"/>
              <a:gd name="connsiteY7" fmla="*/ 7233125 h 7552849"/>
              <a:gd name="connsiteX8" fmla="*/ 1264834 w 4802332"/>
              <a:gd name="connsiteY8" fmla="*/ 7552850 h 7552849"/>
              <a:gd name="connsiteX9" fmla="*/ 2158755 w 4802332"/>
              <a:gd name="connsiteY9" fmla="*/ 7159731 h 7552849"/>
              <a:gd name="connsiteX10" fmla="*/ 4483758 w 4802332"/>
              <a:gd name="connsiteY10" fmla="*/ 4624469 h 7552849"/>
              <a:gd name="connsiteX11" fmla="*/ 4669928 w 4802332"/>
              <a:gd name="connsiteY11" fmla="*/ 3252337 h 755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02332" h="7552849">
                <a:moveTo>
                  <a:pt x="4669928" y="3252428"/>
                </a:moveTo>
                <a:cubicBezTo>
                  <a:pt x="4616338" y="3127549"/>
                  <a:pt x="4542032" y="3009072"/>
                  <a:pt x="4444129" y="2903849"/>
                </a:cubicBezTo>
                <a:lnTo>
                  <a:pt x="2100391" y="386260"/>
                </a:lnTo>
                <a:cubicBezTo>
                  <a:pt x="1643118" y="-104057"/>
                  <a:pt x="875923" y="-131287"/>
                  <a:pt x="385955" y="325850"/>
                </a:cubicBezTo>
                <a:cubicBezTo>
                  <a:pt x="-104012" y="783167"/>
                  <a:pt x="-131123" y="1551373"/>
                  <a:pt x="325520" y="2042052"/>
                </a:cubicBezTo>
                <a:lnTo>
                  <a:pt x="1954391" y="3791705"/>
                </a:lnTo>
                <a:lnTo>
                  <a:pt x="371725" y="5517464"/>
                </a:lnTo>
                <a:cubicBezTo>
                  <a:pt x="-81315" y="6011298"/>
                  <a:pt x="-48621" y="6779505"/>
                  <a:pt x="444949" y="7233125"/>
                </a:cubicBezTo>
                <a:cubicBezTo>
                  <a:pt x="677864" y="7447177"/>
                  <a:pt x="971845" y="7552850"/>
                  <a:pt x="1264834" y="7552850"/>
                </a:cubicBezTo>
                <a:cubicBezTo>
                  <a:pt x="1592770" y="7552850"/>
                  <a:pt x="1919445" y="7420668"/>
                  <a:pt x="2158755" y="7159731"/>
                </a:cubicBezTo>
                <a:lnTo>
                  <a:pt x="4483758" y="4624469"/>
                </a:lnTo>
                <a:cubicBezTo>
                  <a:pt x="4836012" y="4240456"/>
                  <a:pt x="4893206" y="3691171"/>
                  <a:pt x="4669928" y="3252337"/>
                </a:cubicBezTo>
              </a:path>
            </a:pathLst>
          </a:custGeom>
          <a:blipFill dpi="0" rotWithShape="0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t="18507" b="18507"/>
            </a:stretch>
          </a:blipFill>
          <a:ln w="90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page # placeholder">
            <a:extLst>
              <a:ext uri="{FF2B5EF4-FFF2-40B4-BE49-F238E27FC236}">
                <a16:creationId xmlns:a16="http://schemas.microsoft.com/office/drawing/2014/main" id="{68F232DF-B24E-CE13-2B5E-E53AB33044B3}"/>
              </a:ext>
            </a:extLst>
          </p:cNvPr>
          <p:cNvSpPr txBox="1">
            <a:spLocks/>
          </p:cNvSpPr>
          <p:nvPr userDrawn="1"/>
        </p:nvSpPr>
        <p:spPr>
          <a:xfrm>
            <a:off x="0" y="6497708"/>
            <a:ext cx="485775" cy="3602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0" i="0" kern="1200">
                <a:solidFill>
                  <a:srgbClr val="ADADAD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94BEFD-964E-4197-A0C0-7534C13B6A9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66DE36F8-ADB1-0992-76AF-F3F4D3BC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775" y="6497708"/>
            <a:ext cx="8587105" cy="3602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DADAD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485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5777-28B9-B8A6-B004-5EECEEE5EE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9214060" y="3144306"/>
            <a:ext cx="2529391" cy="5693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r">
              <a:defRPr sz="4000" b="1" i="0">
                <a:solidFill>
                  <a:schemeClr val="accent5"/>
                </a:solidFill>
                <a:latin typeface="Nunito" pitchFamily="2" charset="77"/>
              </a:defRPr>
            </a:lvl1pPr>
          </a:lstStyle>
          <a:p>
            <a:r>
              <a:rPr lang="en-US"/>
              <a:t>thank you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8D503-BA44-E034-9024-58AE1F79BE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78755" y="5066066"/>
            <a:ext cx="1325315" cy="93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7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D9E37396-B995-3B2E-2477-E45B5C3DA3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85775" y="593724"/>
            <a:ext cx="11217601" cy="37010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nl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32E42B-1422-15FA-F028-6DEBFCBA47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35958" y="333504"/>
            <a:ext cx="890924" cy="63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3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755" r:id="rId3"/>
    <p:sldLayoutId id="2147483753" r:id="rId4"/>
    <p:sldLayoutId id="2147483757" r:id="rId5"/>
    <p:sldLayoutId id="2147483758" r:id="rId6"/>
    <p:sldLayoutId id="214748375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i="0" kern="1200">
          <a:solidFill>
            <a:schemeClr val="tx2"/>
          </a:solidFill>
          <a:latin typeface="Nunito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644C86D-0FC0-AD2C-C8B8-9CB412EE2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416" y="3513756"/>
            <a:ext cx="2262596" cy="248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ea typeface="Calibri" panose="020F0502020204030204"/>
                <a:cs typeface="Calibri" panose="020F0502020204030204"/>
              </a:rPr>
              <a:t>DRAFT V0.1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83065-B2C7-05CE-3272-FB9DB176FF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5416" y="4500354"/>
            <a:ext cx="2343876" cy="153888"/>
          </a:xfrm>
        </p:spPr>
        <p:txBody>
          <a:bodyPr/>
          <a:lstStyle/>
          <a:p>
            <a:r>
              <a:rPr lang="en-US" dirty="0"/>
              <a:t>Ian Johnson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CE9D29-1CEB-7532-B680-1DF665311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5416" y="2642631"/>
            <a:ext cx="4300634" cy="786369"/>
          </a:xfrm>
        </p:spPr>
        <p:txBody>
          <a:bodyPr/>
          <a:lstStyle/>
          <a:p>
            <a:r>
              <a:rPr lang="en-US" dirty="0"/>
              <a:t>Role based messaging overview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79770BE-3B1E-27B7-2723-872372FF2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608" y="6104536"/>
            <a:ext cx="2287709" cy="58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6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F7529F-15BB-9708-D7F7-E54219E73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16ABE1-354F-E742-0673-B0C4B20DC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Framework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ACEB5-F243-7BE5-B283-36DDFBDBA8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774" y="1959375"/>
            <a:ext cx="11221201" cy="37937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b="1" dirty="0"/>
              <a:t>Each persona is trying to eliminate a different type of risk — our messaging and content should map exactly to that risk.</a:t>
            </a: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Decision Making Process Role (DACI) – </a:t>
            </a:r>
            <a:r>
              <a:rPr lang="en-US" b="1" dirty="0"/>
              <a:t>D</a:t>
            </a:r>
            <a:r>
              <a:rPr lang="en-US" dirty="0"/>
              <a:t>river </a:t>
            </a:r>
            <a:r>
              <a:rPr lang="en-US" b="1" dirty="0"/>
              <a:t>A</a:t>
            </a:r>
            <a:r>
              <a:rPr lang="en-US" dirty="0"/>
              <a:t>pprover </a:t>
            </a:r>
            <a:r>
              <a:rPr lang="en-US" b="1" dirty="0"/>
              <a:t>C</a:t>
            </a:r>
            <a:r>
              <a:rPr lang="en-US" dirty="0"/>
              <a:t>ontributor </a:t>
            </a:r>
            <a:r>
              <a:rPr lang="en-US" b="1" dirty="0"/>
              <a:t>I</a:t>
            </a:r>
            <a:r>
              <a:rPr lang="en-US" dirty="0"/>
              <a:t>nformed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What do they need to de-risk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What do they need to know (not what we want to tell them)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What they will challenge us on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Messaging pillars </a:t>
            </a:r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Language to use / avoid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Content they expect</a:t>
            </a:r>
            <a:endParaRPr lang="en-GB" dirty="0"/>
          </a:p>
          <a:p>
            <a:pPr marL="342900" lvl="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Example copy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11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8FEB-CDF8-4D8B-0B3C-E34D0C33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9DC5F-3D94-680F-D74F-DBE1AC1B4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B007C3-A7AA-B11B-41FB-07A7004C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Company Level Decision Criteria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11EF5F-873A-E7BA-F0E5-2EF280168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284689"/>
              </p:ext>
            </p:extLst>
          </p:nvPr>
        </p:nvGraphicFramePr>
        <p:xfrm>
          <a:off x="536574" y="2051438"/>
          <a:ext cx="10988679" cy="46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226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3805397719"/>
                    </a:ext>
                  </a:extLst>
                </a:gridCol>
                <a:gridCol w="1695139">
                  <a:extLst>
                    <a:ext uri="{9D8B030D-6E8A-4147-A177-3AD203B41FA5}">
                      <a16:colId xmlns:a16="http://schemas.microsoft.com/office/drawing/2014/main" val="4180104040"/>
                    </a:ext>
                  </a:extLst>
                </a:gridCol>
                <a:gridCol w="394092">
                  <a:extLst>
                    <a:ext uri="{9D8B030D-6E8A-4147-A177-3AD203B41FA5}">
                      <a16:colId xmlns:a16="http://schemas.microsoft.com/office/drawing/2014/main" val="2834558521"/>
                    </a:ext>
                  </a:extLst>
                </a:gridCol>
                <a:gridCol w="1981255">
                  <a:extLst>
                    <a:ext uri="{9D8B030D-6E8A-4147-A177-3AD203B41FA5}">
                      <a16:colId xmlns:a16="http://schemas.microsoft.com/office/drawing/2014/main" val="4245074182"/>
                    </a:ext>
                  </a:extLst>
                </a:gridCol>
                <a:gridCol w="2666867">
                  <a:extLst>
                    <a:ext uri="{9D8B030D-6E8A-4147-A177-3AD203B41FA5}">
                      <a16:colId xmlns:a16="http://schemas.microsoft.com/office/drawing/2014/main" val="3955189873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Pillar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Decision Outcomes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Veto / Stage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Explicit Criteria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821301"/>
                  </a:ext>
                </a:extLst>
              </a:tr>
              <a:tr h="57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Technical Control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i="0" dirty="0"/>
                        <a:t>Ability to control auth, integrate cleanly, scale reliably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CTO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Approver </a:t>
                      </a:r>
                      <a:r>
                        <a:rPr lang="en-GB" sz="1050" b="1" dirty="0"/>
                        <a:t>(A)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0" dirty="0"/>
                        <a:t>CTO validates </a:t>
                      </a:r>
                    </a:p>
                    <a:p>
                      <a:r>
                        <a:rPr lang="en-GB" sz="1050" b="1" dirty="0"/>
                        <a:t>“This will work”</a:t>
                      </a:r>
                    </a:p>
                    <a:p>
                      <a:pPr>
                        <a:buNone/>
                      </a:pPr>
                      <a:endParaRPr lang="en-GB" sz="105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105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GB" sz="1050" b="1" dirty="0"/>
                        <a:t>Early Stage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we fail technically, nothing else matters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Can we control authorisation logic?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Can we integrate without workarounds?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Is API behaviour predictable?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What happens under failure?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442046"/>
                  </a:ext>
                </a:extLst>
              </a:tr>
              <a:tr h="57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Product Enablement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i="0" dirty="0"/>
                        <a:t>Ability to build differentiated products quickly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Product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Contributor </a:t>
                      </a:r>
                      <a:r>
                        <a:rPr lang="en-GB" sz="1050" b="1" dirty="0"/>
                        <a:t>(C)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/>
                        <a:t>Product validates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/>
                        <a:t>“We can build what we need”</a:t>
                      </a:r>
                    </a:p>
                    <a:p>
                      <a:pPr>
                        <a:buNone/>
                      </a:pPr>
                      <a:endParaRPr lang="en-GB" sz="105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1050" dirty="0"/>
                        <a:t>No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GB" sz="1050" b="1" dirty="0"/>
                        <a:t>Early Stage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Whilst this role is unlikely to have veto power, they are a significant voice in the room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Can we support our use cases (BNPL, expense)?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How configurable is the platform?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How fast can we launch?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81777"/>
                  </a:ext>
                </a:extLst>
              </a:tr>
              <a:tr h="57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Operational Viability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i="0" dirty="0"/>
                        <a:t>Ability to run programmes without friction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Payments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Driver </a:t>
                      </a:r>
                      <a:r>
                        <a:rPr lang="en-GB" sz="1050" b="1" dirty="0"/>
                        <a:t>(D)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/>
                        <a:t>Payments validates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/>
                        <a:t>“We can operate this”</a:t>
                      </a:r>
                    </a:p>
                    <a:p>
                      <a:pPr>
                        <a:buNone/>
                      </a:pPr>
                      <a:endParaRPr lang="en-GB" sz="105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105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 dirty="0"/>
                        <a:t>Pre-Approval Stage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sz="1050" b="0" dirty="0"/>
                        <a:t>Runs evaluation, shortlists vendors, shapes internal narrative, if we lose them, we never reach approval stage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Can we reconcile transactions easily?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How are disputes handled?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What visibility do we have?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How much manual effort is required?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How much support will we need for set up / integration?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17050"/>
                  </a:ext>
                </a:extLst>
              </a:tr>
              <a:tr h="57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Commercial Model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i="0" dirty="0"/>
                        <a:t>Sustainable, scalable economics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CFO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Approver </a:t>
                      </a:r>
                      <a:r>
                        <a:rPr lang="en-GB" sz="1050" b="1" dirty="0"/>
                        <a:t>(A)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/>
                        <a:t>CFO validates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/>
                        <a:t>“This makes financial sense”</a:t>
                      </a:r>
                    </a:p>
                    <a:p>
                      <a:pPr>
                        <a:buNone/>
                      </a:pPr>
                      <a:endParaRPr lang="en-GB" sz="105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105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 dirty="0"/>
                        <a:t>Late Stage</a:t>
                      </a:r>
                    </a:p>
                    <a:p>
                      <a:r>
                        <a:rPr lang="en-GB" sz="1050" dirty="0"/>
                        <a:t>Most deals fail here due to unclear pricing and / or unit economics not fitting client business model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Cost per transaction / card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Pricing transparency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Scalability of cost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Hidden fees (scheme, tokenisation, 3DS)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578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Risk &amp; Compliance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i="0" dirty="0"/>
                        <a:t>No regulatory or operational exposure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dirty="0"/>
                        <a:t>COO / 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0" dirty="0"/>
                        <a:t>Contributor </a:t>
                      </a:r>
                      <a:r>
                        <a:rPr lang="en-GB" sz="1050" b="1" dirty="0"/>
                        <a:t>(C)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/>
                        <a:t>Risk validates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dirty="0"/>
                        <a:t>“This won’t expose us”</a:t>
                      </a:r>
                    </a:p>
                    <a:p>
                      <a:pPr>
                        <a:buNone/>
                      </a:pPr>
                      <a:endParaRPr lang="en-GB" sz="105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1050" dirty="0"/>
                        <a:t>Yes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1" dirty="0"/>
                        <a:t>Late Stage</a:t>
                      </a:r>
                    </a:p>
                    <a:p>
                      <a:r>
                        <a:rPr lang="en-GB" sz="1050" dirty="0"/>
                        <a:t>Most deals fail here due to compliance ambiguity or concerns on supplier risk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Who owns compliance?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Fraud capability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Data handling, residency &amp; privacy (GDPR)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Scheme alignment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Compliance (PCI, DORA, PSD2, GDPR)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DC76C-2BC6-7C7A-3AE9-62EF9CEB1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A8692-E7EE-87E2-A888-BF4EDCB5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DACI + Decision Criteria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70CD1F-EA65-8E63-C996-BA61C73DF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878415"/>
              </p:ext>
            </p:extLst>
          </p:nvPr>
        </p:nvGraphicFramePr>
        <p:xfrm>
          <a:off x="485775" y="2172432"/>
          <a:ext cx="10937877" cy="4426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3092451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  <a:gridCol w="3092451">
                  <a:extLst>
                    <a:ext uri="{9D8B030D-6E8A-4147-A177-3AD203B41FA5}">
                      <a16:colId xmlns:a16="http://schemas.microsoft.com/office/drawing/2014/main" val="12741881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Real Role in DMP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Decision Criteria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1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821301"/>
                  </a:ext>
                </a:extLst>
              </a:tr>
              <a:tr h="60683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 Payments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Programme Lead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Driver (D)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Runs evaluation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Coordinates stakeholders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Owns vendor selection process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Operational feasibility (reconciliation, disputes)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Ease of programme management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Vendor responsiveness / support model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dirty="0"/>
                        <a:t>Implementation complexity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5823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CTO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 Engineering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Approver (A)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Veto power on architecture, APIs, and scalability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Authorisation control (can we own decisioning?) 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API quality (consistency, idempotency)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Latency + uptime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Architecture (scalability, resilience &amp; security)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Failure handling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Stand-in processing, retries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442046"/>
                  </a:ext>
                </a:extLst>
              </a:tr>
              <a:tr h="5823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CFO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Approver (A)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Signs off on commercial viability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Unit economics (cost per txn / card)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Pricing transparency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Cost scalability (volume tiers)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Total cost of ownership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ROI vs alternatives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81777"/>
                  </a:ext>
                </a:extLst>
              </a:tr>
              <a:tr h="5823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Risk &amp; Compliance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Contributor (C)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Ensures regulatory + operational risk is acceptable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Compliance coverage (PCI, PSD2, DORA, scheme rules)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Fraud controls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Operational resilience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Data security &amp; hosting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Liability model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017050"/>
                  </a:ext>
                </a:extLst>
              </a:tr>
              <a:tr h="4786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 Product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CPO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Contributor (C)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Shapes requirements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Validates product fit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Product flexibility (controls, wallets, features)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Speed to market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Ability to differentiate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dirty="0"/>
                        <a:t>Roadmap dependency on processor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47861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Procurement</a:t>
                      </a:r>
                    </a:p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Legal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Contributor (C)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GB" sz="10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Structures deal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Removes contractual risk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SLA strength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Liability &amp; indemnities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Exit terms / lock-in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dirty="0"/>
                        <a:t>Pricing clarity in contract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28950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CEO / Founder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n-lt"/>
                        </a:rPr>
                        <a:t>Informed (I) /Approver (A)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Steps in for strategic deals or large commitments – Approver (A)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Strategic alignment</a:t>
                      </a:r>
                    </a:p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Speed vs Risk - brand / vendor credibility</a:t>
                      </a:r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GB" sz="1050" dirty="0"/>
                    </a:p>
                  </a:txBody>
                  <a:tcPr marL="90000" marR="90000" marT="46800" marB="46800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97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B4D63-38C5-B655-AD6C-5016B03F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497CE-F167-3606-687F-152093FC5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15C039-2A25-FBE1-232C-E7EF9EE8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Role-based messaging /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3AED32-D3AF-5519-A4FD-82ECFB03B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014790"/>
              </p:ext>
            </p:extLst>
          </p:nvPr>
        </p:nvGraphicFramePr>
        <p:xfrm>
          <a:off x="485775" y="2009528"/>
          <a:ext cx="11016000" cy="468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3020825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5081925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</a:tblGrid>
              <a:tr h="311172">
                <a:tc gridSpan="4"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1. </a:t>
                      </a:r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CTO / Head of Engineering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44984"/>
                  </a:ext>
                </a:extLst>
              </a:tr>
              <a:tr h="96887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b="1" dirty="0">
                          <a:solidFill>
                            <a:schemeClr val="tx1"/>
                          </a:solidFill>
                          <a:latin typeface="+mj-lt"/>
                        </a:rPr>
                        <a:t>Approver (A)</a:t>
                      </a:r>
                    </a:p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Veto power on architecture, APIs, and scalability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use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Latency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Idempotency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Webhook retries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Event-driven architecture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Deterministic behaviour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60112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de-risk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this platform break at scale?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we lose control of the authorisation logic?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integration become a long-term constraint?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avoid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Flexible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Scalable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Robust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All of the above where no proof points exist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78500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know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Authorisation control model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API integrity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Latency &amp; Reliability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Architecture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Content they expect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API docs (Swagger / </a:t>
                      </a:r>
                      <a:r>
                        <a:rPr lang="en-GB" sz="1050" dirty="0" err="1">
                          <a:solidFill>
                            <a:schemeClr val="tx1"/>
                          </a:solidFill>
                          <a:latin typeface="+mj-lt"/>
                        </a:rPr>
                        <a:t>OpenAPI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)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Sequence diagrams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Failure scenarios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Sandbox access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108203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will they challenge us 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Can I control auth decisions in real time?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happens if my system is down?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Show me your retry logic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What’s your webhook failure model?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Where does state live?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Messaging Pillars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Define and execute your own authorisation logic in real time using configurable rule layers or direct API decisioning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Every API is versioned, idempotent, and designed for predictable behaviour at scale]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Authorisation responses consistently delivered in sub-100ms with 99.99% platform availability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Built in stand-in processing ensures continuity when your systems are unavailable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  <a:tr h="4172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Copy Example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Intercept every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authorisation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request, apply your own decision logic, and respond in real time — or rely on configurable stand-in rules when your systems are unavailable.</a:t>
                      </a:r>
                      <a:endParaRPr lang="en-GB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9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95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1EF0-FDA8-2887-6CB2-A7B4D938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604527-F684-4A22-1ADE-99982DCBE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F009F9-E72F-17BB-4085-42F3ECF12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Role-based messaging /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BD7A9D-F00E-A88D-D705-0721A69BC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94911"/>
              </p:ext>
            </p:extLst>
          </p:nvPr>
        </p:nvGraphicFramePr>
        <p:xfrm>
          <a:off x="485775" y="1990229"/>
          <a:ext cx="11016000" cy="4558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3888000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2. CPO / Head of Product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44984"/>
                  </a:ext>
                </a:extLst>
              </a:tr>
              <a:tr h="4669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GB" sz="1050" b="1" dirty="0">
                          <a:solidFill>
                            <a:schemeClr val="tx1"/>
                          </a:solidFill>
                          <a:latin typeface="+mj-lt"/>
                        </a:rPr>
                        <a:t>Contributor (C)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Shapes requirements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Validates product fit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use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Launch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Configure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Control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Build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72189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de-risk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Can I build differentiated products?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this slow down roadmap delivery?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I be constrained by the processor?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avoid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Platform capabilities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74703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know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can they build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quickly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Where flexibility does / does exist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engineering effort will be required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Content they expect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Use case breakdowns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Product configuration examples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Time-to-launch benchmarks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Customer / partner testimonials (where available)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28962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will they challenge us 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Can I support multiple wallets?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Can I configure spend controls per account / cardholder / card?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Can I launch in multiple countries / regions?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much effort / engineering is required to launch initial and future products / expand into new markets?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Messaging Pillars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Design card products around your business model – not platform limitations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Launch new programmes in weeks, not months, using pre-built components and APIs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Configure spend controls, limits, and behaviours at account, cardholder, and card level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Evolve your product without re-platforming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  <a:tr h="458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Copy Example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 a multi-wallet card product with real-time spend controls and embedded approval logic – without building issuing infrastructure from scratch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9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866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431C-935B-0690-E1F9-57C4459F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EF8CA0-8A2A-7FB8-BCF0-5CC1F5A30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7D3864-5D2C-46D8-D829-219D0033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Role-based messaging /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C09C53-A548-533D-111A-EBA4501DC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89540"/>
              </p:ext>
            </p:extLst>
          </p:nvPr>
        </p:nvGraphicFramePr>
        <p:xfrm>
          <a:off x="485775" y="2001952"/>
          <a:ext cx="11052000" cy="388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3. Head of Payments / Programme Lead (Operational Owner)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44984"/>
                  </a:ext>
                </a:extLst>
              </a:tr>
              <a:tr h="4669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050" b="1" dirty="0">
                          <a:solidFill>
                            <a:schemeClr val="tx1"/>
                          </a:solidFill>
                          <a:latin typeface="+mj-lt"/>
                        </a:rPr>
                        <a:t>Driver (D)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Runs evaluation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Coordinates stakeholders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Owns vendor selection process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use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Reconciliation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Settlement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Disputes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48976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de-risk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this create operation chaos?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do I manage reconciliation, disputes, and scheme processes?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avoid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Statements without concrete workflow examples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Complex technical jargon without operational context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764816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know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Operational workflows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Visibility into transactions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Exception Handling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Content they expect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Workflow diagrams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Dashboard screenshots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Video demo links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28962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will they challenge us 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does reconciliation work?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are disputes handled?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tooling do I get?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Messaging Pillars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Full visibility into every transaction, balance, and event in real time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Automated reconciliation, dispute management, and settlement processes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Seamless connectivity with Visa and Mastercard processes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  <a:tr h="458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Copy Example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 transactions, disputes, and settlement from a single operational view – with no manual reconciliation required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9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30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1D56-F532-276F-09B4-6452E252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74524-5349-9EAB-4227-F76A63F48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6C81B9-02CA-4371-EC32-78A30550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Role-based messaging /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D42C15-C445-C3FB-15C4-58827045A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35708"/>
              </p:ext>
            </p:extLst>
          </p:nvPr>
        </p:nvGraphicFramePr>
        <p:xfrm>
          <a:off x="485775" y="1999089"/>
          <a:ext cx="11052000" cy="3621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3924000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4. CFO / Commercial Controller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44984"/>
                  </a:ext>
                </a:extLst>
              </a:tr>
              <a:tr h="46699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050" b="1" dirty="0">
                          <a:solidFill>
                            <a:schemeClr val="tx1"/>
                          </a:solidFill>
                          <a:latin typeface="+mj-lt"/>
                        </a:rPr>
                        <a:t>Approver (A)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Signs off on commercial viability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use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Cost per transaction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Unit economics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Margin impact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48976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de-risk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Will this destroy my unit economics?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Are there hidden costs?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avoid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Cost effective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Competitive pricing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Simplified and transparent pricing without pricing construct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69931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know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Pricing model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Cost predictability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Impact on margins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Content they expect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Pricing scenarios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ROI examples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28962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will they challenge us 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is my cost per average active account / cardholder / card?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How does pricing scale?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What are hidden costs?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Messaging Pillars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Clear, predictable pricing aligned to your growth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Reduce costs per transaction through automation and scale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Pricing models designed to support differentiated business models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  <a:tr h="4588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Copy Example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processing costs as you scale, with transparent pricing and no hidden scheme or infrastructure fees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9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19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0437-FEDE-4A0B-F681-DE833220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80F23-B868-41D2-306E-25994B001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694BEFD-964E-4197-A0C0-7534C13B6A9A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E18839-AC02-D133-C434-700456E8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593724"/>
            <a:ext cx="11221201" cy="370101"/>
          </a:xfrm>
        </p:spPr>
        <p:txBody>
          <a:bodyPr/>
          <a:lstStyle/>
          <a:p>
            <a:r>
              <a:rPr lang="en-GB" dirty="0"/>
              <a:t>Role-based messaging / content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717D2A-6C87-04F0-9D09-2B1E3EF7D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287374"/>
              </p:ext>
            </p:extLst>
          </p:nvPr>
        </p:nvGraphicFramePr>
        <p:xfrm>
          <a:off x="485775" y="1999027"/>
          <a:ext cx="11268000" cy="4767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394573323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115779605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43518881"/>
                    </a:ext>
                  </a:extLst>
                </a:gridCol>
                <a:gridCol w="4140000">
                  <a:extLst>
                    <a:ext uri="{9D8B030D-6E8A-4147-A177-3AD203B41FA5}">
                      <a16:colId xmlns:a16="http://schemas.microsoft.com/office/drawing/2014/main" val="3522448903"/>
                    </a:ext>
                  </a:extLst>
                </a:gridCol>
              </a:tblGrid>
              <a:tr h="340507">
                <a:tc gridSpan="4"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</a:rPr>
                        <a:t>5. Risk &amp; Compliance / Legal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44984"/>
                  </a:ext>
                </a:extLst>
              </a:tr>
              <a:tr h="80002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DACI Role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GB" sz="1050" b="1" dirty="0">
                          <a:solidFill>
                            <a:schemeClr val="tx1"/>
                          </a:solidFill>
                          <a:latin typeface="+mj-lt"/>
                        </a:rPr>
                        <a:t>Contributor (C)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Ensures regulatory + operational risk is acceptable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Structures deal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/>
                        <a:t>Removes contractual 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use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Compliance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Risk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Controls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23257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de-risk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Regulatory exposure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Fraud risk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Operational failure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Contractual exposure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Vendor lock-in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Language to avoid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Minimising regulatory complexity </a:t>
                      </a:r>
                      <a:r>
                        <a:rPr lang="en-GB" sz="1050">
                          <a:solidFill>
                            <a:schemeClr val="tx1"/>
                          </a:solidFill>
                          <a:latin typeface="+mj-lt"/>
                        </a:rPr>
                        <a:t>without examples</a:t>
                      </a: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061953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What do they need to know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Compliance ownership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Fraud controls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Certifications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  <a:r>
                        <a:rPr lang="en-GB" sz="105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rd</a:t>
                      </a: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 party partner compliance and audit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Exit options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Content they expect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SLA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DPA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Contract summaries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Schedules supporting regulatory compliance requirements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3635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GB" sz="105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 will they challenge us 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Liability and penalties for failures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Messaging Pillars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Built to meet PCI DSS, PSD2, DORA and scheme requirements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Integrated fraud monitoring and transaction controls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Designed for high availability and secure processing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Clear SLAs, pricing, and responsibilities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GB" sz="1050" dirty="0">
                          <a:solidFill>
                            <a:schemeClr val="tx1"/>
                          </a:solidFill>
                          <a:latin typeface="+mj-lt"/>
                        </a:rPr>
                        <a:t>Transparent operating model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409331"/>
                  </a:ext>
                </a:extLst>
              </a:tr>
              <a:tr h="4340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0" dirty="0">
                          <a:solidFill>
                            <a:schemeClr val="tx1"/>
                          </a:solidFill>
                          <a:latin typeface="+mj-lt"/>
                        </a:rPr>
                        <a:t>Copy Example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endParaRPr lang="en-GB" sz="105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regulatory burden with built-in compliance and fraud controls designed for card issuing at scale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GB" sz="10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93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E80E-964B-0FA9-6267-8DE94C6DF3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483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ivider Slides">
  <a:themeElements>
    <a:clrScheme name="TXN Brand Colours">
      <a:dk1>
        <a:srgbClr val="000000"/>
      </a:dk1>
      <a:lt1>
        <a:srgbClr val="FFFFFF"/>
      </a:lt1>
      <a:dk2>
        <a:srgbClr val="082B3C"/>
      </a:dk2>
      <a:lt2>
        <a:srgbClr val="AAACB0"/>
      </a:lt2>
      <a:accent1>
        <a:srgbClr val="F61FEE"/>
      </a:accent1>
      <a:accent2>
        <a:srgbClr val="1D1DEB"/>
      </a:accent2>
      <a:accent3>
        <a:srgbClr val="4FFF58"/>
      </a:accent3>
      <a:accent4>
        <a:srgbClr val="4BE4E7"/>
      </a:accent4>
      <a:accent5>
        <a:srgbClr val="ED0959"/>
      </a:accent5>
      <a:accent6>
        <a:srgbClr val="FBE33A"/>
      </a:accent6>
      <a:hlink>
        <a:srgbClr val="1D1DEB"/>
      </a:hlink>
      <a:folHlink>
        <a:srgbClr val="4FFF5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xn (basic)" id="{AD574F87-6B16-0E40-8821-2DA282FA5B24}" vid="{97319273-8876-DA4D-B073-6882CBDF44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3c262a-8d91-4e18-82b0-a023386c1bb6">
      <Terms xmlns="http://schemas.microsoft.com/office/infopath/2007/PartnerControls"/>
    </lcf76f155ced4ddcb4097134ff3c332f>
    <TaxCatchAll xmlns="0339aa99-c98b-4cf6-9a15-cebf99f0009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BDA2C57BD68F408C1A462D944E02E0" ma:contentTypeVersion="11" ma:contentTypeDescription="Create a new document." ma:contentTypeScope="" ma:versionID="6a7c955d68ddc9e783ef82c826018b9a">
  <xsd:schema xmlns:xsd="http://www.w3.org/2001/XMLSchema" xmlns:xs="http://www.w3.org/2001/XMLSchema" xmlns:p="http://schemas.microsoft.com/office/2006/metadata/properties" xmlns:ns2="0c3c262a-8d91-4e18-82b0-a023386c1bb6" xmlns:ns3="0339aa99-c98b-4cf6-9a15-cebf99f00098" targetNamespace="http://schemas.microsoft.com/office/2006/metadata/properties" ma:root="true" ma:fieldsID="fd850bfe1fbc7a226fb571b44a277a38" ns2:_="" ns3:_="">
    <xsd:import namespace="0c3c262a-8d91-4e18-82b0-a023386c1bb6"/>
    <xsd:import namespace="0339aa99-c98b-4cf6-9a15-cebf99f000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c262a-8d91-4e18-82b0-a023386c1b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55179cb-e00f-448f-9598-53b8b868b5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39aa99-c98b-4cf6-9a15-cebf99f0009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8e92687-623e-4c17-8017-8031e0f69609}" ma:internalName="TaxCatchAll" ma:showField="CatchAllData" ma:web="0339aa99-c98b-4cf6-9a15-cebf99f000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8B81E2-5269-44AA-A386-7215D385CF52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0c3c262a-8d91-4e18-82b0-a023386c1bb6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CEC66E3-14BB-4F6D-9C99-EFC4F202B22A}"/>
</file>

<file path=customXml/itemProps3.xml><?xml version="1.0" encoding="utf-8"?>
<ds:datastoreItem xmlns:ds="http://schemas.openxmlformats.org/officeDocument/2006/customXml" ds:itemID="{A20F5307-09FB-4532-AC8D-0C42E539F7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Divider Slides</Template>
  <TotalTime>7445</TotalTime>
  <Words>1647</Words>
  <Application>Microsoft Macintosh PowerPoint</Application>
  <PresentationFormat>Widescreen</PresentationFormat>
  <Paragraphs>353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Nunito</vt:lpstr>
      <vt:lpstr>Trebuchet MS</vt:lpstr>
      <vt:lpstr>Wingdings 2</vt:lpstr>
      <vt:lpstr>Wingdings 3</vt:lpstr>
      <vt:lpstr>Divider Slides</vt:lpstr>
      <vt:lpstr>think-cell Slide</vt:lpstr>
      <vt:lpstr>Role based messaging overview</vt:lpstr>
      <vt:lpstr>Framework overview</vt:lpstr>
      <vt:lpstr>Company Level Decision Criteria</vt:lpstr>
      <vt:lpstr>DACI + Decision Criteria Table</vt:lpstr>
      <vt:lpstr>Role-based messaging / content</vt:lpstr>
      <vt:lpstr>Role-based messaging / content</vt:lpstr>
      <vt:lpstr>Role-based messaging / content</vt:lpstr>
      <vt:lpstr>Role-based messaging / content</vt:lpstr>
      <vt:lpstr>Role-based messaging / content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Ian Johnson</dc:creator>
  <cp:keywords/>
  <dc:description/>
  <cp:lastModifiedBy>Ian Johnson</cp:lastModifiedBy>
  <cp:revision>1</cp:revision>
  <cp:lastPrinted>2026-04-10T07:58:58Z</cp:lastPrinted>
  <dcterms:created xsi:type="dcterms:W3CDTF">2026-04-08T01:44:48Z</dcterms:created>
  <dcterms:modified xsi:type="dcterms:W3CDTF">2026-04-15T07:03:18Z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0x01010085BDA2C57BD68F408C1A462D944E02E0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